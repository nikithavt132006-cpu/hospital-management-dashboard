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1" r:id="rId6"/>
    <p:sldId id="262" r:id="rId7"/>
    <p:sldId id="270" r:id="rId8"/>
    <p:sldId id="263" r:id="rId9"/>
    <p:sldId id="271" r:id="rId10"/>
    <p:sldId id="272" r:id="rId11"/>
    <p:sldId id="273" r:id="rId12"/>
    <p:sldId id="267" r:id="rId13"/>
    <p:sldId id="268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AF3"/>
    <a:srgbClr val="215968"/>
    <a:srgbClr val="31859C"/>
    <a:srgbClr val="01ABB2"/>
    <a:srgbClr val="03629D"/>
    <a:srgbClr val="ED7D31"/>
    <a:srgbClr val="F3F5F8"/>
    <a:srgbClr val="295168"/>
    <a:srgbClr val="31589C"/>
    <a:srgbClr val="FFDD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F537DF-4D74-4A0B-BCA2-7B34B281E5DE}" v="7" dt="2026-10-10T10:13:35.3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2941" autoAdjust="0"/>
  </p:normalViewPr>
  <p:slideViewPr>
    <p:cSldViewPr snapToGrid="0">
      <p:cViewPr varScale="1">
        <p:scale>
          <a:sx n="76" d="100"/>
          <a:sy n="76" d="100"/>
        </p:scale>
        <p:origin x="7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itha v t" userId="b1061803b14d32ef" providerId="LiveId" clId="{C6AE9E6D-61FE-4A27-B8FD-83C096AF3272}"/>
    <pc:docChg chg="undo custSel addSld delSld modSld">
      <pc:chgData name="nikitha v t" userId="b1061803b14d32ef" providerId="LiveId" clId="{C6AE9E6D-61FE-4A27-B8FD-83C096AF3272}" dt="2026-10-10T10:13:42.568" v="1182" actId="14100"/>
      <pc:docMkLst>
        <pc:docMk/>
      </pc:docMkLst>
      <pc:sldChg chg="addSp delSp modSp mod">
        <pc:chgData name="nikitha v t" userId="b1061803b14d32ef" providerId="LiveId" clId="{C6AE9E6D-61FE-4A27-B8FD-83C096AF3272}" dt="2026-10-08T06:53:48.753" v="1082" actId="164"/>
        <pc:sldMkLst>
          <pc:docMk/>
          <pc:sldMk cId="499655985" sldId="256"/>
        </pc:sldMkLst>
        <pc:spChg chg="add mod">
          <ac:chgData name="nikitha v t" userId="b1061803b14d32ef" providerId="LiveId" clId="{C6AE9E6D-61FE-4A27-B8FD-83C096AF3272}" dt="2026-10-06T15:16:26.285" v="1025" actId="207"/>
          <ac:spMkLst>
            <pc:docMk/>
            <pc:sldMk cId="499655985" sldId="256"/>
            <ac:spMk id="3" creationId="{775FAB39-4601-1678-C462-88626CDDC1F7}"/>
          </ac:spMkLst>
        </pc:spChg>
        <pc:spChg chg="mod">
          <ac:chgData name="nikitha v t" userId="b1061803b14d32ef" providerId="LiveId" clId="{C6AE9E6D-61FE-4A27-B8FD-83C096AF3272}" dt="2026-10-08T06:52:48.205" v="1077" actId="164"/>
          <ac:spMkLst>
            <pc:docMk/>
            <pc:sldMk cId="499655985" sldId="256"/>
            <ac:spMk id="4" creationId="{48D080C4-092C-4661-7C87-C248558B4CC5}"/>
          </ac:spMkLst>
        </pc:spChg>
        <pc:spChg chg="add mod">
          <ac:chgData name="nikitha v t" userId="b1061803b14d32ef" providerId="LiveId" clId="{C6AE9E6D-61FE-4A27-B8FD-83C096AF3272}" dt="2026-10-08T06:53:48.753" v="1082" actId="164"/>
          <ac:spMkLst>
            <pc:docMk/>
            <pc:sldMk cId="499655985" sldId="256"/>
            <ac:spMk id="8" creationId="{1E8AB977-BBD3-070C-186E-AC73841DD21C}"/>
          </ac:spMkLst>
        </pc:spChg>
        <pc:grpChg chg="add mod">
          <ac:chgData name="nikitha v t" userId="b1061803b14d32ef" providerId="LiveId" clId="{C6AE9E6D-61FE-4A27-B8FD-83C096AF3272}" dt="2026-10-08T06:53:48.753" v="1082" actId="164"/>
          <ac:grpSpMkLst>
            <pc:docMk/>
            <pc:sldMk cId="499655985" sldId="256"/>
            <ac:grpSpMk id="7" creationId="{CF5D0A9F-8DF4-F1A2-D4CB-17177AFEEE8A}"/>
          </ac:grpSpMkLst>
        </pc:grpChg>
        <pc:grpChg chg="add mod">
          <ac:chgData name="nikitha v t" userId="b1061803b14d32ef" providerId="LiveId" clId="{C6AE9E6D-61FE-4A27-B8FD-83C096AF3272}" dt="2026-10-08T06:53:48.753" v="1082" actId="164"/>
          <ac:grpSpMkLst>
            <pc:docMk/>
            <pc:sldMk cId="499655985" sldId="256"/>
            <ac:grpSpMk id="9" creationId="{81CBE044-CFC4-644A-42FD-DA3E43251CB2}"/>
          </ac:grpSpMkLst>
        </pc:grpChg>
        <pc:picChg chg="add mod">
          <ac:chgData name="nikitha v t" userId="b1061803b14d32ef" providerId="LiveId" clId="{C6AE9E6D-61FE-4A27-B8FD-83C096AF3272}" dt="2026-10-08T06:52:48.205" v="1077" actId="164"/>
          <ac:picMkLst>
            <pc:docMk/>
            <pc:sldMk cId="499655985" sldId="256"/>
            <ac:picMk id="5" creationId="{F8EFA914-1B16-E865-7690-67B9259E6DF1}"/>
          </ac:picMkLst>
        </pc:picChg>
      </pc:sldChg>
      <pc:sldChg chg="addSp delSp modSp mod">
        <pc:chgData name="nikitha v t" userId="b1061803b14d32ef" providerId="LiveId" clId="{C6AE9E6D-61FE-4A27-B8FD-83C096AF3272}" dt="2026-10-06T15:12:03.419" v="1003"/>
        <pc:sldMkLst>
          <pc:docMk/>
          <pc:sldMk cId="436386474" sldId="257"/>
        </pc:sldMkLst>
        <pc:spChg chg="mod">
          <ac:chgData name="nikitha v t" userId="b1061803b14d32ef" providerId="LiveId" clId="{C6AE9E6D-61FE-4A27-B8FD-83C096AF3272}" dt="2026-10-06T14:26:05.642" v="753" actId="207"/>
          <ac:spMkLst>
            <pc:docMk/>
            <pc:sldMk cId="436386474" sldId="257"/>
            <ac:spMk id="2" creationId="{CCF1CD6E-5A4D-3289-9CC6-E42620EF2F13}"/>
          </ac:spMkLst>
        </pc:spChg>
        <pc:spChg chg="mod">
          <ac:chgData name="nikitha v t" userId="b1061803b14d32ef" providerId="LiveId" clId="{C6AE9E6D-61FE-4A27-B8FD-83C096AF3272}" dt="2026-10-06T14:29:24.263" v="770" actId="1076"/>
          <ac:spMkLst>
            <pc:docMk/>
            <pc:sldMk cId="436386474" sldId="257"/>
            <ac:spMk id="3" creationId="{21C2ECCB-6D05-A2EB-9C19-0AA958257F3A}"/>
          </ac:spMkLst>
        </pc:spChg>
        <pc:spChg chg="mod">
          <ac:chgData name="nikitha v t" userId="b1061803b14d32ef" providerId="LiveId" clId="{C6AE9E6D-61FE-4A27-B8FD-83C096AF3272}" dt="2026-10-06T14:29:43.448" v="775" actId="1076"/>
          <ac:spMkLst>
            <pc:docMk/>
            <pc:sldMk cId="436386474" sldId="257"/>
            <ac:spMk id="4" creationId="{D446C206-853D-B814-75B4-4189124377CA}"/>
          </ac:spMkLst>
        </pc:spChg>
        <pc:spChg chg="mod">
          <ac:chgData name="nikitha v t" userId="b1061803b14d32ef" providerId="LiveId" clId="{C6AE9E6D-61FE-4A27-B8FD-83C096AF3272}" dt="2026-10-06T14:29:50.013" v="776" actId="1076"/>
          <ac:spMkLst>
            <pc:docMk/>
            <pc:sldMk cId="436386474" sldId="257"/>
            <ac:spMk id="6" creationId="{7493A028-56CD-ABEB-0414-C67D123C6665}"/>
          </ac:spMkLst>
        </pc:spChg>
        <pc:spChg chg="add del mod">
          <ac:chgData name="nikitha v t" userId="b1061803b14d32ef" providerId="LiveId" clId="{C6AE9E6D-61FE-4A27-B8FD-83C096AF3272}" dt="2026-10-06T14:44:23.597" v="862" actId="14100"/>
          <ac:spMkLst>
            <pc:docMk/>
            <pc:sldMk cId="436386474" sldId="257"/>
            <ac:spMk id="7" creationId="{BFFEAA15-D63A-1BEE-7567-2645E516EFA4}"/>
          </ac:spMkLst>
        </pc:spChg>
        <pc:spChg chg="mod">
          <ac:chgData name="nikitha v t" userId="b1061803b14d32ef" providerId="LiveId" clId="{C6AE9E6D-61FE-4A27-B8FD-83C096AF3272}" dt="2026-10-06T14:29:54.434" v="777" actId="1076"/>
          <ac:spMkLst>
            <pc:docMk/>
            <pc:sldMk cId="436386474" sldId="257"/>
            <ac:spMk id="8" creationId="{FD6BB85B-3733-E55F-40D6-BA3FB0969054}"/>
          </ac:spMkLst>
        </pc:spChg>
        <pc:spChg chg="mod">
          <ac:chgData name="nikitha v t" userId="b1061803b14d32ef" providerId="LiveId" clId="{C6AE9E6D-61FE-4A27-B8FD-83C096AF3272}" dt="2026-10-06T14:30:01.826" v="778" actId="1076"/>
          <ac:spMkLst>
            <pc:docMk/>
            <pc:sldMk cId="436386474" sldId="257"/>
            <ac:spMk id="10" creationId="{6972267F-B996-764D-7026-0EE53B806DF6}"/>
          </ac:spMkLst>
        </pc:spChg>
        <pc:spChg chg="mod">
          <ac:chgData name="nikitha v t" userId="b1061803b14d32ef" providerId="LiveId" clId="{C6AE9E6D-61FE-4A27-B8FD-83C096AF3272}" dt="2026-10-06T14:29:33.267" v="772" actId="1076"/>
          <ac:spMkLst>
            <pc:docMk/>
            <pc:sldMk cId="436386474" sldId="257"/>
            <ac:spMk id="12" creationId="{61597831-7527-A79B-EBEB-177920E5E2AC}"/>
          </ac:spMkLst>
        </pc:spChg>
        <pc:spChg chg="mod">
          <ac:chgData name="nikitha v t" userId="b1061803b14d32ef" providerId="LiveId" clId="{C6AE9E6D-61FE-4A27-B8FD-83C096AF3272}" dt="2026-10-06T14:29:29.808" v="771" actId="1076"/>
          <ac:spMkLst>
            <pc:docMk/>
            <pc:sldMk cId="436386474" sldId="257"/>
            <ac:spMk id="14" creationId="{A40CC1F6-6693-FC91-8D63-B525CBB1D0D6}"/>
          </ac:spMkLst>
        </pc:spChg>
        <pc:spChg chg="mod">
          <ac:chgData name="nikitha v t" userId="b1061803b14d32ef" providerId="LiveId" clId="{C6AE9E6D-61FE-4A27-B8FD-83C096AF3272}" dt="2026-10-06T14:29:36.368" v="773" actId="1076"/>
          <ac:spMkLst>
            <pc:docMk/>
            <pc:sldMk cId="436386474" sldId="257"/>
            <ac:spMk id="16" creationId="{8FAAAC6E-237E-6D0F-7813-26BB002DD87B}"/>
          </ac:spMkLst>
        </pc:spChg>
        <pc:spChg chg="mod">
          <ac:chgData name="nikitha v t" userId="b1061803b14d32ef" providerId="LiveId" clId="{C6AE9E6D-61FE-4A27-B8FD-83C096AF3272}" dt="2026-10-06T14:29:39.312" v="774" actId="1076"/>
          <ac:spMkLst>
            <pc:docMk/>
            <pc:sldMk cId="436386474" sldId="257"/>
            <ac:spMk id="18" creationId="{8D768B6E-FC99-DDE0-D515-615FE0F29CAD}"/>
          </ac:spMkLst>
        </pc:spChg>
        <pc:spChg chg="mod">
          <ac:chgData name="nikitha v t" userId="b1061803b14d32ef" providerId="LiveId" clId="{C6AE9E6D-61FE-4A27-B8FD-83C096AF3272}" dt="2026-10-06T14:30:07.769" v="779" actId="1076"/>
          <ac:spMkLst>
            <pc:docMk/>
            <pc:sldMk cId="436386474" sldId="257"/>
            <ac:spMk id="19" creationId="{04B9617F-733C-2328-CE41-DDA581BA83F8}"/>
          </ac:spMkLst>
        </pc:spChg>
        <pc:spChg chg="mod">
          <ac:chgData name="nikitha v t" userId="b1061803b14d32ef" providerId="LiveId" clId="{C6AE9E6D-61FE-4A27-B8FD-83C096AF3272}" dt="2026-10-06T14:30:10.442" v="780" actId="1076"/>
          <ac:spMkLst>
            <pc:docMk/>
            <pc:sldMk cId="436386474" sldId="257"/>
            <ac:spMk id="21" creationId="{47FF0D16-A8DA-CEE3-CA95-443CF7C27ED7}"/>
          </ac:spMkLst>
        </pc:spChg>
        <pc:spChg chg="mod">
          <ac:chgData name="nikitha v t" userId="b1061803b14d32ef" providerId="LiveId" clId="{C6AE9E6D-61FE-4A27-B8FD-83C096AF3272}" dt="2026-10-06T14:30:14.045" v="781" actId="1076"/>
          <ac:spMkLst>
            <pc:docMk/>
            <pc:sldMk cId="436386474" sldId="257"/>
            <ac:spMk id="23" creationId="{70FB86D6-F31E-8F01-3E41-81E3F9680A01}"/>
          </ac:spMkLst>
        </pc:spChg>
        <pc:spChg chg="mod">
          <ac:chgData name="nikitha v t" userId="b1061803b14d32ef" providerId="LiveId" clId="{C6AE9E6D-61FE-4A27-B8FD-83C096AF3272}" dt="2026-10-06T14:30:19.414" v="782" actId="1076"/>
          <ac:spMkLst>
            <pc:docMk/>
            <pc:sldMk cId="436386474" sldId="257"/>
            <ac:spMk id="25" creationId="{77CC8941-ACCD-56B3-32FC-9713D3222E8D}"/>
          </ac:spMkLst>
        </pc:spChg>
        <pc:spChg chg="mod">
          <ac:chgData name="nikitha v t" userId="b1061803b14d32ef" providerId="LiveId" clId="{C6AE9E6D-61FE-4A27-B8FD-83C096AF3272}" dt="2026-10-06T14:23:49.726" v="750" actId="2085"/>
          <ac:spMkLst>
            <pc:docMk/>
            <pc:sldMk cId="436386474" sldId="257"/>
            <ac:spMk id="27" creationId="{74193E2F-46E1-B2EF-81E3-A7E5F2DDDBFC}"/>
          </ac:spMkLst>
        </pc:spChg>
        <pc:spChg chg="mod">
          <ac:chgData name="nikitha v t" userId="b1061803b14d32ef" providerId="LiveId" clId="{C6AE9E6D-61FE-4A27-B8FD-83C096AF3272}" dt="2026-10-06T14:23:49.726" v="750" actId="2085"/>
          <ac:spMkLst>
            <pc:docMk/>
            <pc:sldMk cId="436386474" sldId="257"/>
            <ac:spMk id="29" creationId="{73B27C01-422A-266D-396C-2FEA3A58ED1B}"/>
          </ac:spMkLst>
        </pc:spChg>
        <pc:spChg chg="mod">
          <ac:chgData name="nikitha v t" userId="b1061803b14d32ef" providerId="LiveId" clId="{C6AE9E6D-61FE-4A27-B8FD-83C096AF3272}" dt="2026-10-06T14:23:49.726" v="750" actId="2085"/>
          <ac:spMkLst>
            <pc:docMk/>
            <pc:sldMk cId="436386474" sldId="257"/>
            <ac:spMk id="31" creationId="{17C1F38E-6F07-1C4E-C729-853A96BE6B4B}"/>
          </ac:spMkLst>
        </pc:spChg>
        <pc:spChg chg="mod">
          <ac:chgData name="nikitha v t" userId="b1061803b14d32ef" providerId="LiveId" clId="{C6AE9E6D-61FE-4A27-B8FD-83C096AF3272}" dt="2026-10-06T14:23:49.726" v="750" actId="2085"/>
          <ac:spMkLst>
            <pc:docMk/>
            <pc:sldMk cId="436386474" sldId="257"/>
            <ac:spMk id="33" creationId="{3A742CDB-E051-7106-469A-2F1682B1BB86}"/>
          </ac:spMkLst>
        </pc:spChg>
        <pc:spChg chg="mod">
          <ac:chgData name="nikitha v t" userId="b1061803b14d32ef" providerId="LiveId" clId="{C6AE9E6D-61FE-4A27-B8FD-83C096AF3272}" dt="2026-10-06T14:31:28.097" v="795" actId="1076"/>
          <ac:spMkLst>
            <pc:docMk/>
            <pc:sldMk cId="436386474" sldId="257"/>
            <ac:spMk id="42" creationId="{47371B8D-FFA1-980D-3D59-5EA580EF5106}"/>
          </ac:spMkLst>
        </pc:spChg>
      </pc:sldChg>
      <pc:sldChg chg="addSp delSp modSp mod">
        <pc:chgData name="nikitha v t" userId="b1061803b14d32ef" providerId="LiveId" clId="{C6AE9E6D-61FE-4A27-B8FD-83C096AF3272}" dt="2026-10-06T15:05:17.872" v="965" actId="207"/>
        <pc:sldMkLst>
          <pc:docMk/>
          <pc:sldMk cId="1578287893" sldId="258"/>
        </pc:sldMkLst>
        <pc:spChg chg="mod">
          <ac:chgData name="nikitha v t" userId="b1061803b14d32ef" providerId="LiveId" clId="{C6AE9E6D-61FE-4A27-B8FD-83C096AF3272}" dt="2026-10-06T14:28:52.477" v="768" actId="207"/>
          <ac:spMkLst>
            <pc:docMk/>
            <pc:sldMk cId="1578287893" sldId="258"/>
            <ac:spMk id="6" creationId="{756CD8FD-5296-B334-553B-4D3D45C6C1D0}"/>
          </ac:spMkLst>
        </pc:spChg>
        <pc:spChg chg="add mod">
          <ac:chgData name="nikitha v t" userId="b1061803b14d32ef" providerId="LiveId" clId="{C6AE9E6D-61FE-4A27-B8FD-83C096AF3272}" dt="2026-10-06T14:38:52.673" v="835" actId="14100"/>
          <ac:spMkLst>
            <pc:docMk/>
            <pc:sldMk cId="1578287893" sldId="258"/>
            <ac:spMk id="8" creationId="{B13FFC4B-C3E5-C823-0D4A-6570C96B2B49}"/>
          </ac:spMkLst>
        </pc:spChg>
        <pc:spChg chg="mod">
          <ac:chgData name="nikitha v t" userId="b1061803b14d32ef" providerId="LiveId" clId="{C6AE9E6D-61FE-4A27-B8FD-83C096AF3272}" dt="2026-10-06T15:05:17.872" v="965" actId="207"/>
          <ac:spMkLst>
            <pc:docMk/>
            <pc:sldMk cId="1578287893" sldId="258"/>
            <ac:spMk id="16" creationId="{5BEF8014-5AFE-736F-96A2-2896532DECDA}"/>
          </ac:spMkLst>
        </pc:spChg>
        <pc:spChg chg="mod">
          <ac:chgData name="nikitha v t" userId="b1061803b14d32ef" providerId="LiveId" clId="{C6AE9E6D-61FE-4A27-B8FD-83C096AF3272}" dt="2026-10-06T14:32:28.398" v="798" actId="1076"/>
          <ac:spMkLst>
            <pc:docMk/>
            <pc:sldMk cId="1578287893" sldId="258"/>
            <ac:spMk id="19" creationId="{65C80859-7AFE-2D92-0019-2354C7A182F4}"/>
          </ac:spMkLst>
        </pc:spChg>
      </pc:sldChg>
      <pc:sldChg chg="addSp modSp mod">
        <pc:chgData name="nikitha v t" userId="b1061803b14d32ef" providerId="LiveId" clId="{C6AE9E6D-61FE-4A27-B8FD-83C096AF3272}" dt="2026-10-06T15:13:30.786" v="1016" actId="14100"/>
        <pc:sldMkLst>
          <pc:docMk/>
          <pc:sldMk cId="3797777111" sldId="259"/>
        </pc:sldMkLst>
        <pc:spChg chg="add mod">
          <ac:chgData name="nikitha v t" userId="b1061803b14d32ef" providerId="LiveId" clId="{C6AE9E6D-61FE-4A27-B8FD-83C096AF3272}" dt="2026-10-06T15:13:30.786" v="1016" actId="14100"/>
          <ac:spMkLst>
            <pc:docMk/>
            <pc:sldMk cId="3797777111" sldId="259"/>
            <ac:spMk id="2" creationId="{245E3EF5-C98B-F7AA-4A5B-187DF212738A}"/>
          </ac:spMkLst>
        </pc:spChg>
        <pc:spChg chg="mod">
          <ac:chgData name="nikitha v t" userId="b1061803b14d32ef" providerId="LiveId" clId="{C6AE9E6D-61FE-4A27-B8FD-83C096AF3272}" dt="2026-10-06T14:40:35.922" v="841" actId="207"/>
          <ac:spMkLst>
            <pc:docMk/>
            <pc:sldMk cId="3797777111" sldId="259"/>
            <ac:spMk id="4" creationId="{F9A738E9-2099-519D-8D78-66B3D031380F}"/>
          </ac:spMkLst>
        </pc:spChg>
        <pc:spChg chg="mod">
          <ac:chgData name="nikitha v t" userId="b1061803b14d32ef" providerId="LiveId" clId="{C6AE9E6D-61FE-4A27-B8FD-83C096AF3272}" dt="2026-10-06T15:12:24.497" v="1005" actId="1076"/>
          <ac:spMkLst>
            <pc:docMk/>
            <pc:sldMk cId="3797777111" sldId="259"/>
            <ac:spMk id="15" creationId="{A1CF5AAE-65D7-EA42-FE7B-C726CD2B8FCF}"/>
          </ac:spMkLst>
        </pc:spChg>
        <pc:spChg chg="mod">
          <ac:chgData name="nikitha v t" userId="b1061803b14d32ef" providerId="LiveId" clId="{C6AE9E6D-61FE-4A27-B8FD-83C096AF3272}" dt="2026-10-06T15:13:10.912" v="1015" actId="207"/>
          <ac:spMkLst>
            <pc:docMk/>
            <pc:sldMk cId="3797777111" sldId="259"/>
            <ac:spMk id="16" creationId="{54D7E968-3B62-5927-2D71-0FAD43D5921E}"/>
          </ac:spMkLst>
        </pc:spChg>
        <pc:spChg chg="mod">
          <ac:chgData name="nikitha v t" userId="b1061803b14d32ef" providerId="LiveId" clId="{C6AE9E6D-61FE-4A27-B8FD-83C096AF3272}" dt="2026-10-06T14:41:14.478" v="846" actId="1076"/>
          <ac:spMkLst>
            <pc:docMk/>
            <pc:sldMk cId="3797777111" sldId="259"/>
            <ac:spMk id="25" creationId="{674777EE-CB0D-942D-B91D-B203449F733C}"/>
          </ac:spMkLst>
        </pc:spChg>
        <pc:graphicFrameChg chg="mod modGraphic">
          <ac:chgData name="nikitha v t" userId="b1061803b14d32ef" providerId="LiveId" clId="{C6AE9E6D-61FE-4A27-B8FD-83C096AF3272}" dt="2026-10-06T15:12:18.946" v="1004" actId="14100"/>
          <ac:graphicFrameMkLst>
            <pc:docMk/>
            <pc:sldMk cId="3797777111" sldId="259"/>
            <ac:graphicFrameMk id="12" creationId="{E5F13F27-0F2F-5B8E-FED1-0B9B30C1EFA5}"/>
          </ac:graphicFrameMkLst>
        </pc:graphicFrameChg>
      </pc:sldChg>
      <pc:sldChg chg="addSp modSp mod">
        <pc:chgData name="nikitha v t" userId="b1061803b14d32ef" providerId="LiveId" clId="{C6AE9E6D-61FE-4A27-B8FD-83C096AF3272}" dt="2026-10-06T14:49:22.901" v="903" actId="207"/>
        <pc:sldMkLst>
          <pc:docMk/>
          <pc:sldMk cId="2549078803" sldId="261"/>
        </pc:sldMkLst>
        <pc:spChg chg="add mod">
          <ac:chgData name="nikitha v t" userId="b1061803b14d32ef" providerId="LiveId" clId="{C6AE9E6D-61FE-4A27-B8FD-83C096AF3272}" dt="2026-10-06T14:49:22.901" v="903" actId="207"/>
          <ac:spMkLst>
            <pc:docMk/>
            <pc:sldMk cId="2549078803" sldId="261"/>
            <ac:spMk id="3" creationId="{E477A9B4-C115-51CB-1603-0776191C4F15}"/>
          </ac:spMkLst>
        </pc:spChg>
        <pc:spChg chg="mod">
          <ac:chgData name="nikitha v t" userId="b1061803b14d32ef" providerId="LiveId" clId="{C6AE9E6D-61FE-4A27-B8FD-83C096AF3272}" dt="2026-10-06T14:45:14.227" v="863" actId="207"/>
          <ac:spMkLst>
            <pc:docMk/>
            <pc:sldMk cId="2549078803" sldId="261"/>
            <ac:spMk id="6" creationId="{23E7FCB4-2D7A-62E2-8CE9-B41E46357CE0}"/>
          </ac:spMkLst>
        </pc:spChg>
        <pc:spChg chg="mod">
          <ac:chgData name="nikitha v t" userId="b1061803b14d32ef" providerId="LiveId" clId="{C6AE9E6D-61FE-4A27-B8FD-83C096AF3272}" dt="2026-10-06T14:46:53.965" v="892" actId="20577"/>
          <ac:spMkLst>
            <pc:docMk/>
            <pc:sldMk cId="2549078803" sldId="261"/>
            <ac:spMk id="24" creationId="{5D753908-D8CD-52C5-559A-CF0D44A2C6C4}"/>
          </ac:spMkLst>
        </pc:spChg>
        <pc:spChg chg="mod">
          <ac:chgData name="nikitha v t" userId="b1061803b14d32ef" providerId="LiveId" clId="{C6AE9E6D-61FE-4A27-B8FD-83C096AF3272}" dt="2026-10-06T14:48:12.806" v="897" actId="2085"/>
          <ac:spMkLst>
            <pc:docMk/>
            <pc:sldMk cId="2549078803" sldId="261"/>
            <ac:spMk id="26" creationId="{BB293CF9-F6AA-2A24-918E-07AEDFCE020C}"/>
          </ac:spMkLst>
        </pc:spChg>
        <pc:spChg chg="mod">
          <ac:chgData name="nikitha v t" userId="b1061803b14d32ef" providerId="LiveId" clId="{C6AE9E6D-61FE-4A27-B8FD-83C096AF3272}" dt="2026-10-06T14:48:12.806" v="897" actId="2085"/>
          <ac:spMkLst>
            <pc:docMk/>
            <pc:sldMk cId="2549078803" sldId="261"/>
            <ac:spMk id="28" creationId="{F43AB71D-1062-5DB2-4160-375F08A8502F}"/>
          </ac:spMkLst>
        </pc:spChg>
        <pc:spChg chg="mod">
          <ac:chgData name="nikitha v t" userId="b1061803b14d32ef" providerId="LiveId" clId="{C6AE9E6D-61FE-4A27-B8FD-83C096AF3272}" dt="2026-10-06T14:48:12.806" v="897" actId="2085"/>
          <ac:spMkLst>
            <pc:docMk/>
            <pc:sldMk cId="2549078803" sldId="261"/>
            <ac:spMk id="30" creationId="{42A28780-565D-8D6C-B5CD-8D482719CCCF}"/>
          </ac:spMkLst>
        </pc:spChg>
        <pc:spChg chg="mod">
          <ac:chgData name="nikitha v t" userId="b1061803b14d32ef" providerId="LiveId" clId="{C6AE9E6D-61FE-4A27-B8FD-83C096AF3272}" dt="2026-10-06T14:48:12.806" v="897" actId="2085"/>
          <ac:spMkLst>
            <pc:docMk/>
            <pc:sldMk cId="2549078803" sldId="261"/>
            <ac:spMk id="32" creationId="{FB706881-5CE1-B572-90D4-B01EB51211FE}"/>
          </ac:spMkLst>
        </pc:spChg>
        <pc:spChg chg="mod">
          <ac:chgData name="nikitha v t" userId="b1061803b14d32ef" providerId="LiveId" clId="{C6AE9E6D-61FE-4A27-B8FD-83C096AF3272}" dt="2026-10-06T14:48:12.806" v="897" actId="2085"/>
          <ac:spMkLst>
            <pc:docMk/>
            <pc:sldMk cId="2549078803" sldId="261"/>
            <ac:spMk id="34" creationId="{58964FA6-8184-69E2-754D-76E044D111D0}"/>
          </ac:spMkLst>
        </pc:spChg>
        <pc:spChg chg="mod">
          <ac:chgData name="nikitha v t" userId="b1061803b14d32ef" providerId="LiveId" clId="{C6AE9E6D-61FE-4A27-B8FD-83C096AF3272}" dt="2026-10-06T14:48:12.806" v="897" actId="2085"/>
          <ac:spMkLst>
            <pc:docMk/>
            <pc:sldMk cId="2549078803" sldId="261"/>
            <ac:spMk id="36" creationId="{97D400BD-E94E-69C2-2258-AFD405FE5F11}"/>
          </ac:spMkLst>
        </pc:spChg>
        <pc:spChg chg="mod">
          <ac:chgData name="nikitha v t" userId="b1061803b14d32ef" providerId="LiveId" clId="{C6AE9E6D-61FE-4A27-B8FD-83C096AF3272}" dt="2026-10-06T14:48:12.806" v="897" actId="2085"/>
          <ac:spMkLst>
            <pc:docMk/>
            <pc:sldMk cId="2549078803" sldId="261"/>
            <ac:spMk id="38" creationId="{A42F6703-1D7B-8039-43FF-138A26F30FF8}"/>
          </ac:spMkLst>
        </pc:spChg>
        <pc:spChg chg="mod">
          <ac:chgData name="nikitha v t" userId="b1061803b14d32ef" providerId="LiveId" clId="{C6AE9E6D-61FE-4A27-B8FD-83C096AF3272}" dt="2026-10-06T14:48:41.342" v="898" actId="1076"/>
          <ac:spMkLst>
            <pc:docMk/>
            <pc:sldMk cId="2549078803" sldId="261"/>
            <ac:spMk id="40" creationId="{CCD596A5-BDEA-C2C2-B8EC-68FD8D430944}"/>
          </ac:spMkLst>
        </pc:spChg>
      </pc:sldChg>
      <pc:sldChg chg="addSp delSp modSp mod">
        <pc:chgData name="nikitha v t" userId="b1061803b14d32ef" providerId="LiveId" clId="{C6AE9E6D-61FE-4A27-B8FD-83C096AF3272}" dt="2026-10-06T15:15:09.466" v="1022" actId="207"/>
        <pc:sldMkLst>
          <pc:docMk/>
          <pc:sldMk cId="1449935811" sldId="262"/>
        </pc:sldMkLst>
        <pc:spChg chg="add del mod">
          <ac:chgData name="nikitha v t" userId="b1061803b14d32ef" providerId="LiveId" clId="{C6AE9E6D-61FE-4A27-B8FD-83C096AF3272}" dt="2026-10-06T14:51:05.094" v="916" actId="207"/>
          <ac:spMkLst>
            <pc:docMk/>
            <pc:sldMk cId="1449935811" sldId="262"/>
            <ac:spMk id="3" creationId="{5B50D919-A739-5468-C4C4-BC1E3CB820A1}"/>
          </ac:spMkLst>
        </pc:spChg>
        <pc:spChg chg="mod">
          <ac:chgData name="nikitha v t" userId="b1061803b14d32ef" providerId="LiveId" clId="{C6AE9E6D-61FE-4A27-B8FD-83C096AF3272}" dt="2026-10-06T14:50:10.611" v="904" actId="207"/>
          <ac:spMkLst>
            <pc:docMk/>
            <pc:sldMk cId="1449935811" sldId="262"/>
            <ac:spMk id="5" creationId="{9C9E8743-BD96-8C4A-2E5E-9101A0BFE486}"/>
          </ac:spMkLst>
        </pc:spChg>
        <pc:graphicFrameChg chg="mod modGraphic">
          <ac:chgData name="nikitha v t" userId="b1061803b14d32ef" providerId="LiveId" clId="{C6AE9E6D-61FE-4A27-B8FD-83C096AF3272}" dt="2026-10-06T15:15:09.466" v="1022" actId="207"/>
          <ac:graphicFrameMkLst>
            <pc:docMk/>
            <pc:sldMk cId="1449935811" sldId="262"/>
            <ac:graphicFrameMk id="11" creationId="{99312266-FA22-13F7-6D40-E791B2AB2277}"/>
          </ac:graphicFrameMkLst>
        </pc:graphicFrameChg>
      </pc:sldChg>
      <pc:sldChg chg="addSp modSp mod">
        <pc:chgData name="nikitha v t" userId="b1061803b14d32ef" providerId="LiveId" clId="{C6AE9E6D-61FE-4A27-B8FD-83C096AF3272}" dt="2026-10-06T15:09:56.641" v="990" actId="207"/>
        <pc:sldMkLst>
          <pc:docMk/>
          <pc:sldMk cId="4135986271" sldId="263"/>
        </pc:sldMkLst>
        <pc:spChg chg="add mod">
          <ac:chgData name="nikitha v t" userId="b1061803b14d32ef" providerId="LiveId" clId="{C6AE9E6D-61FE-4A27-B8FD-83C096AF3272}" dt="2026-10-06T14:55:29.726" v="935" actId="207"/>
          <ac:spMkLst>
            <pc:docMk/>
            <pc:sldMk cId="4135986271" sldId="263"/>
            <ac:spMk id="2" creationId="{07FA7AC5-9D1F-D184-C052-2891EF26C711}"/>
          </ac:spMkLst>
        </pc:spChg>
        <pc:spChg chg="mod">
          <ac:chgData name="nikitha v t" userId="b1061803b14d32ef" providerId="LiveId" clId="{C6AE9E6D-61FE-4A27-B8FD-83C096AF3272}" dt="2026-10-06T14:54:23.722" v="927" actId="207"/>
          <ac:spMkLst>
            <pc:docMk/>
            <pc:sldMk cId="4135986271" sldId="263"/>
            <ac:spMk id="9" creationId="{E1F755C7-87E3-175E-9BA0-82C8B230F299}"/>
          </ac:spMkLst>
        </pc:spChg>
        <pc:spChg chg="mod">
          <ac:chgData name="nikitha v t" userId="b1061803b14d32ef" providerId="LiveId" clId="{C6AE9E6D-61FE-4A27-B8FD-83C096AF3272}" dt="2026-10-06T14:55:22.568" v="934" actId="1076"/>
          <ac:spMkLst>
            <pc:docMk/>
            <pc:sldMk cId="4135986271" sldId="263"/>
            <ac:spMk id="13" creationId="{A4A9EB9F-76FE-AC5C-59FD-A367B2F4A93B}"/>
          </ac:spMkLst>
        </pc:spChg>
        <pc:graphicFrameChg chg="modGraphic">
          <ac:chgData name="nikitha v t" userId="b1061803b14d32ef" providerId="LiveId" clId="{C6AE9E6D-61FE-4A27-B8FD-83C096AF3272}" dt="2026-10-06T15:09:56.641" v="990" actId="207"/>
          <ac:graphicFrameMkLst>
            <pc:docMk/>
            <pc:sldMk cId="4135986271" sldId="263"/>
            <ac:graphicFrameMk id="7" creationId="{CE9C2495-4970-666E-6A05-1BAA07061A4D}"/>
          </ac:graphicFrameMkLst>
        </pc:graphicFrameChg>
      </pc:sldChg>
      <pc:sldChg chg="addSp modSp mod">
        <pc:chgData name="nikitha v t" userId="b1061803b14d32ef" providerId="LiveId" clId="{C6AE9E6D-61FE-4A27-B8FD-83C096AF3272}" dt="2026-10-06T15:56:47.460" v="1050" actId="207"/>
        <pc:sldMkLst>
          <pc:docMk/>
          <pc:sldMk cId="2228977987" sldId="267"/>
        </pc:sldMkLst>
        <pc:spChg chg="mod">
          <ac:chgData name="nikitha v t" userId="b1061803b14d32ef" providerId="LiveId" clId="{C6AE9E6D-61FE-4A27-B8FD-83C096AF3272}" dt="2026-10-06T14:59:33.473" v="946" actId="207"/>
          <ac:spMkLst>
            <pc:docMk/>
            <pc:sldMk cId="2228977987" sldId="267"/>
            <ac:spMk id="3" creationId="{7B60AA43-9056-638A-D720-6766C4D2E9ED}"/>
          </ac:spMkLst>
        </pc:spChg>
        <pc:spChg chg="mod">
          <ac:chgData name="nikitha v t" userId="b1061803b14d32ef" providerId="LiveId" clId="{C6AE9E6D-61FE-4A27-B8FD-83C096AF3272}" dt="2026-10-06T15:53:58.225" v="1042" actId="207"/>
          <ac:spMkLst>
            <pc:docMk/>
            <pc:sldMk cId="2228977987" sldId="267"/>
            <ac:spMk id="4" creationId="{704B535E-D4E5-8E8B-1FE2-5631F406144A}"/>
          </ac:spMkLst>
        </pc:spChg>
        <pc:spChg chg="mod">
          <ac:chgData name="nikitha v t" userId="b1061803b14d32ef" providerId="LiveId" clId="{C6AE9E6D-61FE-4A27-B8FD-83C096AF3272}" dt="2026-10-06T15:56:47.460" v="1050" actId="207"/>
          <ac:spMkLst>
            <pc:docMk/>
            <pc:sldMk cId="2228977987" sldId="267"/>
            <ac:spMk id="6" creationId="{DBF14F94-9792-1D0A-FA9D-7CD2F6668161}"/>
          </ac:spMkLst>
        </pc:spChg>
        <pc:spChg chg="add mod">
          <ac:chgData name="nikitha v t" userId="b1061803b14d32ef" providerId="LiveId" clId="{C6AE9E6D-61FE-4A27-B8FD-83C096AF3272}" dt="2026-10-06T15:00:35.072" v="954" actId="207"/>
          <ac:spMkLst>
            <pc:docMk/>
            <pc:sldMk cId="2228977987" sldId="267"/>
            <ac:spMk id="7" creationId="{DE095120-D23B-6A79-2FF5-B0A02FFE3E31}"/>
          </ac:spMkLst>
        </pc:spChg>
        <pc:spChg chg="mod">
          <ac:chgData name="nikitha v t" userId="b1061803b14d32ef" providerId="LiveId" clId="{C6AE9E6D-61FE-4A27-B8FD-83C096AF3272}" dt="2026-10-06T15:54:14.853" v="1043" actId="207"/>
          <ac:spMkLst>
            <pc:docMk/>
            <pc:sldMk cId="2228977987" sldId="267"/>
            <ac:spMk id="8" creationId="{A2C64CA9-83CC-D474-4821-2176BFEEC5D0}"/>
          </ac:spMkLst>
        </pc:spChg>
        <pc:spChg chg="add mod">
          <ac:chgData name="nikitha v t" userId="b1061803b14d32ef" providerId="LiveId" clId="{C6AE9E6D-61FE-4A27-B8FD-83C096AF3272}" dt="2026-10-06T15:00:56.395" v="956" actId="1076"/>
          <ac:spMkLst>
            <pc:docMk/>
            <pc:sldMk cId="2228977987" sldId="267"/>
            <ac:spMk id="12" creationId="{F4DB56D4-7301-1249-A0EE-CD06426AE6E6}"/>
          </ac:spMkLst>
        </pc:spChg>
        <pc:spChg chg="mod">
          <ac:chgData name="nikitha v t" userId="b1061803b14d32ef" providerId="LiveId" clId="{C6AE9E6D-61FE-4A27-B8FD-83C096AF3272}" dt="2026-10-06T15:56:13.435" v="1049" actId="207"/>
          <ac:spMkLst>
            <pc:docMk/>
            <pc:sldMk cId="2228977987" sldId="267"/>
            <ac:spMk id="21" creationId="{A912B56D-1E41-3FCF-4A3F-074620B3AB1E}"/>
          </ac:spMkLst>
        </pc:spChg>
      </pc:sldChg>
      <pc:sldChg chg="addSp modSp mod">
        <pc:chgData name="nikitha v t" userId="b1061803b14d32ef" providerId="LiveId" clId="{C6AE9E6D-61FE-4A27-B8FD-83C096AF3272}" dt="2026-10-06T15:55:19.605" v="1048" actId="2085"/>
        <pc:sldMkLst>
          <pc:docMk/>
          <pc:sldMk cId="3546093561" sldId="268"/>
        </pc:sldMkLst>
        <pc:spChg chg="add mod">
          <ac:chgData name="nikitha v t" userId="b1061803b14d32ef" providerId="LiveId" clId="{C6AE9E6D-61FE-4A27-B8FD-83C096AF3272}" dt="2026-10-06T15:04:05.290" v="962" actId="207"/>
          <ac:spMkLst>
            <pc:docMk/>
            <pc:sldMk cId="3546093561" sldId="268"/>
            <ac:spMk id="3" creationId="{54EA65B2-4D1C-E60E-0C98-83CF46F813F7}"/>
          </ac:spMkLst>
        </pc:spChg>
        <pc:spChg chg="mod">
          <ac:chgData name="nikitha v t" userId="b1061803b14d32ef" providerId="LiveId" clId="{C6AE9E6D-61FE-4A27-B8FD-83C096AF3272}" dt="2026-10-06T15:17:15.224" v="1028" actId="207"/>
          <ac:spMkLst>
            <pc:docMk/>
            <pc:sldMk cId="3546093561" sldId="268"/>
            <ac:spMk id="9" creationId="{AA726055-8B25-A266-CBB0-87D53DA99DDA}"/>
          </ac:spMkLst>
        </pc:spChg>
        <pc:spChg chg="mod">
          <ac:chgData name="nikitha v t" userId="b1061803b14d32ef" providerId="LiveId" clId="{C6AE9E6D-61FE-4A27-B8FD-83C096AF3272}" dt="2026-10-06T15:17:47.685" v="1031" actId="207"/>
          <ac:spMkLst>
            <pc:docMk/>
            <pc:sldMk cId="3546093561" sldId="268"/>
            <ac:spMk id="10" creationId="{0CBD6318-6C8D-9CA2-E7B3-64DEF6B775A5}"/>
          </ac:spMkLst>
        </pc:spChg>
        <pc:spChg chg="mod">
          <ac:chgData name="nikitha v t" userId="b1061803b14d32ef" providerId="LiveId" clId="{C6AE9E6D-61FE-4A27-B8FD-83C096AF3272}" dt="2026-10-06T14:58:02.913" v="939" actId="2085"/>
          <ac:spMkLst>
            <pc:docMk/>
            <pc:sldMk cId="3546093561" sldId="268"/>
            <ac:spMk id="19" creationId="{59AC8480-AD26-0692-0620-83C092988DE9}"/>
          </ac:spMkLst>
        </pc:spChg>
        <pc:spChg chg="mod">
          <ac:chgData name="nikitha v t" userId="b1061803b14d32ef" providerId="LiveId" clId="{C6AE9E6D-61FE-4A27-B8FD-83C096AF3272}" dt="2026-10-06T15:17:26.011" v="1029" actId="207"/>
          <ac:spMkLst>
            <pc:docMk/>
            <pc:sldMk cId="3546093561" sldId="268"/>
            <ac:spMk id="25" creationId="{00396437-F30E-E185-5428-AD371EB7A6F7}"/>
          </ac:spMkLst>
        </pc:spChg>
        <pc:spChg chg="mod">
          <ac:chgData name="nikitha v t" userId="b1061803b14d32ef" providerId="LiveId" clId="{C6AE9E6D-61FE-4A27-B8FD-83C096AF3272}" dt="2026-10-06T15:54:48.552" v="1044" actId="2085"/>
          <ac:spMkLst>
            <pc:docMk/>
            <pc:sldMk cId="3546093561" sldId="268"/>
            <ac:spMk id="33" creationId="{A4E3CF17-294E-5D0A-18D9-FF9D0D12F54F}"/>
          </ac:spMkLst>
        </pc:spChg>
        <pc:spChg chg="mod">
          <ac:chgData name="nikitha v t" userId="b1061803b14d32ef" providerId="LiveId" clId="{C6AE9E6D-61FE-4A27-B8FD-83C096AF3272}" dt="2026-10-06T15:54:57.473" v="1045" actId="2085"/>
          <ac:spMkLst>
            <pc:docMk/>
            <pc:sldMk cId="3546093561" sldId="268"/>
            <ac:spMk id="35" creationId="{D12AABE7-C936-4380-E57D-AE683FE5EBD7}"/>
          </ac:spMkLst>
        </pc:spChg>
        <pc:spChg chg="mod">
          <ac:chgData name="nikitha v t" userId="b1061803b14d32ef" providerId="LiveId" clId="{C6AE9E6D-61FE-4A27-B8FD-83C096AF3272}" dt="2026-10-06T15:55:03.572" v="1046" actId="2085"/>
          <ac:spMkLst>
            <pc:docMk/>
            <pc:sldMk cId="3546093561" sldId="268"/>
            <ac:spMk id="37" creationId="{25326818-CF1A-35D8-62AD-D4EEF898F27D}"/>
          </ac:spMkLst>
        </pc:spChg>
        <pc:spChg chg="mod">
          <ac:chgData name="nikitha v t" userId="b1061803b14d32ef" providerId="LiveId" clId="{C6AE9E6D-61FE-4A27-B8FD-83C096AF3272}" dt="2026-10-06T15:55:19.605" v="1048" actId="2085"/>
          <ac:spMkLst>
            <pc:docMk/>
            <pc:sldMk cId="3546093561" sldId="268"/>
            <ac:spMk id="39" creationId="{98DD137D-D74E-CD50-0B58-33874BE83334}"/>
          </ac:spMkLst>
        </pc:spChg>
        <pc:spChg chg="mod">
          <ac:chgData name="nikitha v t" userId="b1061803b14d32ef" providerId="LiveId" clId="{C6AE9E6D-61FE-4A27-B8FD-83C096AF3272}" dt="2026-10-06T15:55:11.551" v="1047" actId="2085"/>
          <ac:spMkLst>
            <pc:docMk/>
            <pc:sldMk cId="3546093561" sldId="268"/>
            <ac:spMk id="41" creationId="{A2BECFCA-F0D7-210E-1729-3A7B96816535}"/>
          </ac:spMkLst>
        </pc:spChg>
      </pc:sldChg>
      <pc:sldChg chg="addSp modSp mod">
        <pc:chgData name="nikitha v t" userId="b1061803b14d32ef" providerId="LiveId" clId="{C6AE9E6D-61FE-4A27-B8FD-83C096AF3272}" dt="2026-10-06T15:07:23.837" v="976" actId="207"/>
        <pc:sldMkLst>
          <pc:docMk/>
          <pc:sldMk cId="630933861" sldId="270"/>
        </pc:sldMkLst>
        <pc:spChg chg="add mod">
          <ac:chgData name="nikitha v t" userId="b1061803b14d32ef" providerId="LiveId" clId="{C6AE9E6D-61FE-4A27-B8FD-83C096AF3272}" dt="2026-10-06T14:53:51.160" v="926" actId="207"/>
          <ac:spMkLst>
            <pc:docMk/>
            <pc:sldMk cId="630933861" sldId="270"/>
            <ac:spMk id="2" creationId="{094244A7-EDB2-FAEA-F695-3464BBF7D993}"/>
          </ac:spMkLst>
        </pc:spChg>
        <pc:spChg chg="mod">
          <ac:chgData name="nikitha v t" userId="b1061803b14d32ef" providerId="LiveId" clId="{C6AE9E6D-61FE-4A27-B8FD-83C096AF3272}" dt="2026-10-06T14:52:44.372" v="920" actId="207"/>
          <ac:spMkLst>
            <pc:docMk/>
            <pc:sldMk cId="630933861" sldId="270"/>
            <ac:spMk id="7" creationId="{8F4424A3-D127-48CC-6A2D-646FE6FC0DF7}"/>
          </ac:spMkLst>
        </pc:spChg>
        <pc:spChg chg="mod">
          <ac:chgData name="nikitha v t" userId="b1061803b14d32ef" providerId="LiveId" clId="{C6AE9E6D-61FE-4A27-B8FD-83C096AF3272}" dt="2026-10-06T14:52:56.902" v="921" actId="1076"/>
          <ac:spMkLst>
            <pc:docMk/>
            <pc:sldMk cId="630933861" sldId="270"/>
            <ac:spMk id="11" creationId="{E5001A91-DF94-93E2-059E-8C5FBA18A489}"/>
          </ac:spMkLst>
        </pc:spChg>
        <pc:graphicFrameChg chg="modGraphic">
          <ac:chgData name="nikitha v t" userId="b1061803b14d32ef" providerId="LiveId" clId="{C6AE9E6D-61FE-4A27-B8FD-83C096AF3272}" dt="2026-10-06T15:07:23.837" v="976" actId="207"/>
          <ac:graphicFrameMkLst>
            <pc:docMk/>
            <pc:sldMk cId="630933861" sldId="270"/>
            <ac:graphicFrameMk id="5" creationId="{A4A84B35-A9C6-6AEE-7F63-5A8070BFAA11}"/>
          </ac:graphicFrameMkLst>
        </pc:graphicFrameChg>
      </pc:sldChg>
      <pc:sldChg chg="addSp modSp new mod">
        <pc:chgData name="nikitha v t" userId="b1061803b14d32ef" providerId="LiveId" clId="{C6AE9E6D-61FE-4A27-B8FD-83C096AF3272}" dt="2026-10-06T15:52:37.721" v="1041" actId="207"/>
        <pc:sldMkLst>
          <pc:docMk/>
          <pc:sldMk cId="3340842652" sldId="271"/>
        </pc:sldMkLst>
        <pc:spChg chg="add mod">
          <ac:chgData name="nikitha v t" userId="b1061803b14d32ef" providerId="LiveId" clId="{C6AE9E6D-61FE-4A27-B8FD-83C096AF3272}" dt="2026-10-04T13:44:00.120" v="4" actId="207"/>
          <ac:spMkLst>
            <pc:docMk/>
            <pc:sldMk cId="3340842652" sldId="271"/>
            <ac:spMk id="4" creationId="{9374959A-5100-D2C5-661C-7D3FDB975D97}"/>
          </ac:spMkLst>
        </pc:spChg>
        <pc:spChg chg="add mod">
          <ac:chgData name="nikitha v t" userId="b1061803b14d32ef" providerId="LiveId" clId="{C6AE9E6D-61FE-4A27-B8FD-83C096AF3272}" dt="2026-10-06T14:57:13.735" v="937" actId="207"/>
          <ac:spMkLst>
            <pc:docMk/>
            <pc:sldMk cId="3340842652" sldId="271"/>
            <ac:spMk id="5" creationId="{1BF10CAB-8776-D242-55DD-A4EB2B05A043}"/>
          </ac:spMkLst>
        </pc:spChg>
        <pc:spChg chg="add mod">
          <ac:chgData name="nikitha v t" userId="b1061803b14d32ef" providerId="LiveId" clId="{C6AE9E6D-61FE-4A27-B8FD-83C096AF3272}" dt="2026-10-04T13:44:11.093" v="5" actId="207"/>
          <ac:spMkLst>
            <pc:docMk/>
            <pc:sldMk cId="3340842652" sldId="271"/>
            <ac:spMk id="6" creationId="{0ADF8384-345B-E37D-8D15-50D036237182}"/>
          </ac:spMkLst>
        </pc:spChg>
        <pc:spChg chg="add mod">
          <ac:chgData name="nikitha v t" userId="b1061803b14d32ef" providerId="LiveId" clId="{C6AE9E6D-61FE-4A27-B8FD-83C096AF3272}" dt="2026-10-04T13:43:33.207" v="1"/>
          <ac:spMkLst>
            <pc:docMk/>
            <pc:sldMk cId="3340842652" sldId="271"/>
            <ac:spMk id="7" creationId="{840424D4-AC12-3421-D0C3-6DCFF9289F61}"/>
          </ac:spMkLst>
        </pc:spChg>
        <pc:spChg chg="add mod">
          <ac:chgData name="nikitha v t" userId="b1061803b14d32ef" providerId="LiveId" clId="{C6AE9E6D-61FE-4A27-B8FD-83C096AF3272}" dt="2026-10-04T13:43:33.207" v="1"/>
          <ac:spMkLst>
            <pc:docMk/>
            <pc:sldMk cId="3340842652" sldId="271"/>
            <ac:spMk id="8" creationId="{D23C307A-7639-7A7C-95F9-4DB78353BD81}"/>
          </ac:spMkLst>
        </pc:spChg>
        <pc:spChg chg="add mod">
          <ac:chgData name="nikitha v t" userId="b1061803b14d32ef" providerId="LiveId" clId="{C6AE9E6D-61FE-4A27-B8FD-83C096AF3272}" dt="2026-10-04T13:48:12.775" v="20" actId="207"/>
          <ac:spMkLst>
            <pc:docMk/>
            <pc:sldMk cId="3340842652" sldId="271"/>
            <ac:spMk id="10" creationId="{47DDA954-0A93-2F7C-6831-AF1471A646DB}"/>
          </ac:spMkLst>
        </pc:spChg>
        <pc:spChg chg="add mod">
          <ac:chgData name="nikitha v t" userId="b1061803b14d32ef" providerId="LiveId" clId="{C6AE9E6D-61FE-4A27-B8FD-83C096AF3272}" dt="2026-10-05T05:36:34.583" v="609" actId="403"/>
          <ac:spMkLst>
            <pc:docMk/>
            <pc:sldMk cId="3340842652" sldId="271"/>
            <ac:spMk id="11" creationId="{DDD18217-EF71-4EA6-3E98-6FE577F61376}"/>
          </ac:spMkLst>
        </pc:spChg>
        <pc:spChg chg="add mod">
          <ac:chgData name="nikitha v t" userId="b1061803b14d32ef" providerId="LiveId" clId="{C6AE9E6D-61FE-4A27-B8FD-83C096AF3272}" dt="2026-10-04T13:48:12.775" v="20" actId="207"/>
          <ac:spMkLst>
            <pc:docMk/>
            <pc:sldMk cId="3340842652" sldId="271"/>
            <ac:spMk id="13" creationId="{9646D836-ACE1-433C-8B9C-E1987D922237}"/>
          </ac:spMkLst>
        </pc:spChg>
        <pc:spChg chg="add mod">
          <ac:chgData name="nikitha v t" userId="b1061803b14d32ef" providerId="LiveId" clId="{C6AE9E6D-61FE-4A27-B8FD-83C096AF3272}" dt="2026-10-05T05:36:38.829" v="610" actId="403"/>
          <ac:spMkLst>
            <pc:docMk/>
            <pc:sldMk cId="3340842652" sldId="271"/>
            <ac:spMk id="14" creationId="{60FA3D32-586F-82EB-7F30-C135BDB27D77}"/>
          </ac:spMkLst>
        </pc:spChg>
        <pc:spChg chg="add mod">
          <ac:chgData name="nikitha v t" userId="b1061803b14d32ef" providerId="LiveId" clId="{C6AE9E6D-61FE-4A27-B8FD-83C096AF3272}" dt="2026-10-04T13:48:12.775" v="20" actId="207"/>
          <ac:spMkLst>
            <pc:docMk/>
            <pc:sldMk cId="3340842652" sldId="271"/>
            <ac:spMk id="16" creationId="{9B86424C-1A64-4401-A3E6-642B3F11D2AB}"/>
          </ac:spMkLst>
        </pc:spChg>
        <pc:spChg chg="add mod">
          <ac:chgData name="nikitha v t" userId="b1061803b14d32ef" providerId="LiveId" clId="{C6AE9E6D-61FE-4A27-B8FD-83C096AF3272}" dt="2026-10-05T05:36:42.773" v="611" actId="403"/>
          <ac:spMkLst>
            <pc:docMk/>
            <pc:sldMk cId="3340842652" sldId="271"/>
            <ac:spMk id="17" creationId="{4E990641-E94C-DBD8-2004-2474D05C1FF3}"/>
          </ac:spMkLst>
        </pc:spChg>
        <pc:spChg chg="add mod">
          <ac:chgData name="nikitha v t" userId="b1061803b14d32ef" providerId="LiveId" clId="{C6AE9E6D-61FE-4A27-B8FD-83C096AF3272}" dt="2026-10-04T13:48:12.775" v="20" actId="207"/>
          <ac:spMkLst>
            <pc:docMk/>
            <pc:sldMk cId="3340842652" sldId="271"/>
            <ac:spMk id="19" creationId="{6CA8CD4F-A4DD-4F87-8651-760C560159BF}"/>
          </ac:spMkLst>
        </pc:spChg>
        <pc:spChg chg="add mod">
          <ac:chgData name="nikitha v t" userId="b1061803b14d32ef" providerId="LiveId" clId="{C6AE9E6D-61FE-4A27-B8FD-83C096AF3272}" dt="2026-10-05T05:36:46.960" v="612" actId="403"/>
          <ac:spMkLst>
            <pc:docMk/>
            <pc:sldMk cId="3340842652" sldId="271"/>
            <ac:spMk id="20" creationId="{98A7C8A3-8833-B639-718F-FC40FE6738BC}"/>
          </ac:spMkLst>
        </pc:spChg>
        <pc:spChg chg="add mod ord">
          <ac:chgData name="nikitha v t" userId="b1061803b14d32ef" providerId="LiveId" clId="{C6AE9E6D-61FE-4A27-B8FD-83C096AF3272}" dt="2026-10-05T05:37:04.935" v="613" actId="207"/>
          <ac:spMkLst>
            <pc:docMk/>
            <pc:sldMk cId="3340842652" sldId="271"/>
            <ac:spMk id="26" creationId="{E1A466BB-FF8C-13B4-FB1E-F109DA718547}"/>
          </ac:spMkLst>
        </pc:spChg>
        <pc:spChg chg="add mod">
          <ac:chgData name="nikitha v t" userId="b1061803b14d32ef" providerId="LiveId" clId="{C6AE9E6D-61FE-4A27-B8FD-83C096AF3272}" dt="2026-10-04T14:00:20.221" v="134" actId="207"/>
          <ac:spMkLst>
            <pc:docMk/>
            <pc:sldMk cId="3340842652" sldId="271"/>
            <ac:spMk id="27" creationId="{5F7C2925-8E45-B853-087B-8B2105B9E320}"/>
          </ac:spMkLst>
        </pc:spChg>
        <pc:grpChg chg="add mod">
          <ac:chgData name="nikitha v t" userId="b1061803b14d32ef" providerId="LiveId" clId="{C6AE9E6D-61FE-4A27-B8FD-83C096AF3272}" dt="2026-10-06T05:39:53.997" v="631" actId="164"/>
          <ac:grpSpMkLst>
            <pc:docMk/>
            <pc:sldMk cId="3340842652" sldId="271"/>
            <ac:grpSpMk id="2" creationId="{F163AA75-5835-FA4A-CBF2-8242B9AF7B62}"/>
          </ac:grpSpMkLst>
        </pc:grpChg>
        <pc:grpChg chg="add mod">
          <ac:chgData name="nikitha v t" userId="b1061803b14d32ef" providerId="LiveId" clId="{C6AE9E6D-61FE-4A27-B8FD-83C096AF3272}" dt="2026-10-04T13:43:33.207" v="1"/>
          <ac:grpSpMkLst>
            <pc:docMk/>
            <pc:sldMk cId="3340842652" sldId="271"/>
            <ac:grpSpMk id="3" creationId="{1441DE35-53D8-EF9F-125B-0CCDE117BF0D}"/>
          </ac:grpSpMkLst>
        </pc:grpChg>
        <pc:grpChg chg="add mod">
          <ac:chgData name="nikitha v t" userId="b1061803b14d32ef" providerId="LiveId" clId="{C6AE9E6D-61FE-4A27-B8FD-83C096AF3272}" dt="2026-10-06T05:39:53.997" v="631" actId="164"/>
          <ac:grpSpMkLst>
            <pc:docMk/>
            <pc:sldMk cId="3340842652" sldId="271"/>
            <ac:grpSpMk id="9" creationId="{C7835F75-CC7D-9D8E-1F84-1B79350D5EB4}"/>
          </ac:grpSpMkLst>
        </pc:grpChg>
        <pc:grpChg chg="add mod">
          <ac:chgData name="nikitha v t" userId="b1061803b14d32ef" providerId="LiveId" clId="{C6AE9E6D-61FE-4A27-B8FD-83C096AF3272}" dt="2026-10-06T05:39:53.997" v="631" actId="164"/>
          <ac:grpSpMkLst>
            <pc:docMk/>
            <pc:sldMk cId="3340842652" sldId="271"/>
            <ac:grpSpMk id="12" creationId="{38FCFDA6-102D-6761-B276-1E668CB9B3B0}"/>
          </ac:grpSpMkLst>
        </pc:grpChg>
        <pc:grpChg chg="add mod">
          <ac:chgData name="nikitha v t" userId="b1061803b14d32ef" providerId="LiveId" clId="{C6AE9E6D-61FE-4A27-B8FD-83C096AF3272}" dt="2026-10-04T13:48:12.775" v="20" actId="207"/>
          <ac:grpSpMkLst>
            <pc:docMk/>
            <pc:sldMk cId="3340842652" sldId="271"/>
            <ac:grpSpMk id="15" creationId="{522307F5-EF89-7D08-F1C1-DD1A58260BDE}"/>
          </ac:grpSpMkLst>
        </pc:grpChg>
        <pc:grpChg chg="add mod">
          <ac:chgData name="nikitha v t" userId="b1061803b14d32ef" providerId="LiveId" clId="{C6AE9E6D-61FE-4A27-B8FD-83C096AF3272}" dt="2026-10-06T05:39:53.997" v="631" actId="164"/>
          <ac:grpSpMkLst>
            <pc:docMk/>
            <pc:sldMk cId="3340842652" sldId="271"/>
            <ac:grpSpMk id="18" creationId="{C2B449AE-E36A-E0C4-43B4-D6835A0F7E8B}"/>
          </ac:grpSpMkLst>
        </pc:grpChg>
        <pc:grpChg chg="add mod">
          <ac:chgData name="nikitha v t" userId="b1061803b14d32ef" providerId="LiveId" clId="{C6AE9E6D-61FE-4A27-B8FD-83C096AF3272}" dt="2026-10-06T05:39:53.997" v="631" actId="164"/>
          <ac:grpSpMkLst>
            <pc:docMk/>
            <pc:sldMk cId="3340842652" sldId="271"/>
            <ac:grpSpMk id="28" creationId="{DAB162F8-1390-EDD3-6F1E-8CC73AF17F4C}"/>
          </ac:grpSpMkLst>
        </pc:grpChg>
        <pc:graphicFrameChg chg="add mod">
          <ac:chgData name="nikitha v t" userId="b1061803b14d32ef" providerId="LiveId" clId="{C6AE9E6D-61FE-4A27-B8FD-83C096AF3272}" dt="2026-10-06T05:39:53.997" v="631" actId="164"/>
          <ac:graphicFrameMkLst>
            <pc:docMk/>
            <pc:sldMk cId="3340842652" sldId="271"/>
            <ac:graphicFrameMk id="21" creationId="{515A265F-EA8D-42E8-95B0-A31B4D85DEBE}"/>
          </ac:graphicFrameMkLst>
        </pc:graphicFrameChg>
        <pc:graphicFrameChg chg="add mod">
          <ac:chgData name="nikitha v t" userId="b1061803b14d32ef" providerId="LiveId" clId="{C6AE9E6D-61FE-4A27-B8FD-83C096AF3272}" dt="2026-10-06T15:52:37.721" v="1041" actId="207"/>
          <ac:graphicFrameMkLst>
            <pc:docMk/>
            <pc:sldMk cId="3340842652" sldId="271"/>
            <ac:graphicFrameMk id="22" creationId="{BDAC638C-A594-4BF9-ADBA-C46CD2E20003}"/>
          </ac:graphicFrameMkLst>
        </pc:graphicFrameChg>
        <pc:graphicFrameChg chg="add mod">
          <ac:chgData name="nikitha v t" userId="b1061803b14d32ef" providerId="LiveId" clId="{C6AE9E6D-61FE-4A27-B8FD-83C096AF3272}" dt="2026-10-06T05:39:53.997" v="631" actId="164"/>
          <ac:graphicFrameMkLst>
            <pc:docMk/>
            <pc:sldMk cId="3340842652" sldId="271"/>
            <ac:graphicFrameMk id="23" creationId="{79957AB8-5BEF-422F-8AD3-E1E458B4FA82}"/>
          </ac:graphicFrameMkLst>
        </pc:graphicFrameChg>
        <pc:graphicFrameChg chg="add mod">
          <ac:chgData name="nikitha v t" userId="b1061803b14d32ef" providerId="LiveId" clId="{C6AE9E6D-61FE-4A27-B8FD-83C096AF3272}" dt="2026-10-06T05:39:53.997" v="631" actId="164"/>
          <ac:graphicFrameMkLst>
            <pc:docMk/>
            <pc:sldMk cId="3340842652" sldId="271"/>
            <ac:graphicFrameMk id="24" creationId="{0337BB1F-F36F-4893-B7F1-5782C3B0D8FF}"/>
          </ac:graphicFrameMkLst>
        </pc:graphicFrameChg>
        <pc:graphicFrameChg chg="add mod">
          <ac:chgData name="nikitha v t" userId="b1061803b14d32ef" providerId="LiveId" clId="{C6AE9E6D-61FE-4A27-B8FD-83C096AF3272}" dt="2026-10-06T15:52:11.456" v="1040" actId="207"/>
          <ac:graphicFrameMkLst>
            <pc:docMk/>
            <pc:sldMk cId="3340842652" sldId="271"/>
            <ac:graphicFrameMk id="25" creationId="{7F2E643F-C7ED-4114-B47F-BD8C278B420C}"/>
          </ac:graphicFrameMkLst>
        </pc:graphicFrameChg>
      </pc:sldChg>
      <pc:sldChg chg="addSp delSp modSp new mod">
        <pc:chgData name="nikitha v t" userId="b1061803b14d32ef" providerId="LiveId" clId="{C6AE9E6D-61FE-4A27-B8FD-83C096AF3272}" dt="2026-10-08T06:19:18.380" v="1066" actId="1036"/>
        <pc:sldMkLst>
          <pc:docMk/>
          <pc:sldMk cId="89388087" sldId="272"/>
        </pc:sldMkLst>
        <pc:spChg chg="add mod">
          <ac:chgData name="nikitha v t" userId="b1061803b14d32ef" providerId="LiveId" clId="{C6AE9E6D-61FE-4A27-B8FD-83C096AF3272}" dt="2026-10-06T05:40:26.273" v="632" actId="164"/>
          <ac:spMkLst>
            <pc:docMk/>
            <pc:sldMk cId="89388087" sldId="272"/>
            <ac:spMk id="2" creationId="{D2B9CC58-56FD-6E61-CCD2-5025EF8E1A1D}"/>
          </ac:spMkLst>
        </pc:spChg>
        <pc:spChg chg="add mod">
          <ac:chgData name="nikitha v t" userId="b1061803b14d32ef" providerId="LiveId" clId="{C6AE9E6D-61FE-4A27-B8FD-83C096AF3272}" dt="2026-10-05T04:46:41.423" v="164" actId="1076"/>
          <ac:spMkLst>
            <pc:docMk/>
            <pc:sldMk cId="89388087" sldId="272"/>
            <ac:spMk id="3" creationId="{9D8361A4-632A-4826-1757-98AD3C82395E}"/>
          </ac:spMkLst>
        </pc:spChg>
        <pc:spChg chg="add mod">
          <ac:chgData name="nikitha v t" userId="b1061803b14d32ef" providerId="LiveId" clId="{C6AE9E6D-61FE-4A27-B8FD-83C096AF3272}" dt="2026-10-06T05:47:06.620" v="703" actId="164"/>
          <ac:spMkLst>
            <pc:docMk/>
            <pc:sldMk cId="89388087" sldId="272"/>
            <ac:spMk id="6" creationId="{19090C4A-1946-4B1F-9062-B16C6E679A63}"/>
          </ac:spMkLst>
        </pc:spChg>
        <pc:spChg chg="add mod">
          <ac:chgData name="nikitha v t" userId="b1061803b14d32ef" providerId="LiveId" clId="{C6AE9E6D-61FE-4A27-B8FD-83C096AF3272}" dt="2026-10-05T04:48:11.635" v="171" actId="207"/>
          <ac:spMkLst>
            <pc:docMk/>
            <pc:sldMk cId="89388087" sldId="272"/>
            <ac:spMk id="7" creationId="{5B4D573E-C59C-4049-A7E8-2C57B99FCB85}"/>
          </ac:spMkLst>
        </pc:spChg>
        <pc:spChg chg="add mod">
          <ac:chgData name="nikitha v t" userId="b1061803b14d32ef" providerId="LiveId" clId="{C6AE9E6D-61FE-4A27-B8FD-83C096AF3272}" dt="2026-10-06T05:47:06.620" v="703" actId="164"/>
          <ac:spMkLst>
            <pc:docMk/>
            <pc:sldMk cId="89388087" sldId="272"/>
            <ac:spMk id="8" creationId="{9D8361A4-632A-4826-1757-98AD3C82395E}"/>
          </ac:spMkLst>
        </pc:spChg>
        <pc:spChg chg="add mod">
          <ac:chgData name="nikitha v t" userId="b1061803b14d32ef" providerId="LiveId" clId="{C6AE9E6D-61FE-4A27-B8FD-83C096AF3272}" dt="2026-10-05T04:46:50.967" v="166" actId="1076"/>
          <ac:spMkLst>
            <pc:docMk/>
            <pc:sldMk cId="89388087" sldId="272"/>
            <ac:spMk id="9" creationId="{83BA586C-BEC2-424A-83CB-77DE3E9B0EE1}"/>
          </ac:spMkLst>
        </pc:spChg>
        <pc:spChg chg="add mod">
          <ac:chgData name="nikitha v t" userId="b1061803b14d32ef" providerId="LiveId" clId="{C6AE9E6D-61FE-4A27-B8FD-83C096AF3272}" dt="2026-10-05T05:01:14.205" v="287" actId="113"/>
          <ac:spMkLst>
            <pc:docMk/>
            <pc:sldMk cId="89388087" sldId="272"/>
            <ac:spMk id="10" creationId="{BE5F6FE3-9D25-8B85-8A01-BFE45D477B03}"/>
          </ac:spMkLst>
        </pc:spChg>
        <pc:spChg chg="add mod">
          <ac:chgData name="nikitha v t" userId="b1061803b14d32ef" providerId="LiveId" clId="{C6AE9E6D-61FE-4A27-B8FD-83C096AF3272}" dt="2026-10-05T04:51:17.116" v="192" actId="207"/>
          <ac:spMkLst>
            <pc:docMk/>
            <pc:sldMk cId="89388087" sldId="272"/>
            <ac:spMk id="12" creationId="{EB846E8C-9E63-B952-6C0A-F2F7C2D820E7}"/>
          </ac:spMkLst>
        </pc:spChg>
        <pc:spChg chg="add mod">
          <ac:chgData name="nikitha v t" userId="b1061803b14d32ef" providerId="LiveId" clId="{C6AE9E6D-61FE-4A27-B8FD-83C096AF3272}" dt="2026-10-05T05:37:46.082" v="616" actId="404"/>
          <ac:spMkLst>
            <pc:docMk/>
            <pc:sldMk cId="89388087" sldId="272"/>
            <ac:spMk id="13" creationId="{6AB8D5AF-4DE4-0DB1-A7D6-E841D854EEE4}"/>
          </ac:spMkLst>
        </pc:spChg>
        <pc:spChg chg="add mod">
          <ac:chgData name="nikitha v t" userId="b1061803b14d32ef" providerId="LiveId" clId="{C6AE9E6D-61FE-4A27-B8FD-83C096AF3272}" dt="2026-10-06T05:47:06.620" v="703" actId="164"/>
          <ac:spMkLst>
            <pc:docMk/>
            <pc:sldMk cId="89388087" sldId="272"/>
            <ac:spMk id="14" creationId="{5B4D573E-C59C-4049-A7E8-2C57B99FCB85}"/>
          </ac:spMkLst>
        </pc:spChg>
        <pc:spChg chg="add mod">
          <ac:chgData name="nikitha v t" userId="b1061803b14d32ef" providerId="LiveId" clId="{C6AE9E6D-61FE-4A27-B8FD-83C096AF3272}" dt="2026-10-06T05:47:06.620" v="703" actId="164"/>
          <ac:spMkLst>
            <pc:docMk/>
            <pc:sldMk cId="89388087" sldId="272"/>
            <ac:spMk id="15" creationId="{83BA586C-BEC2-424A-83CB-77DE3E9B0EE1}"/>
          </ac:spMkLst>
        </pc:spChg>
        <pc:spChg chg="add mod">
          <ac:chgData name="nikitha v t" userId="b1061803b14d32ef" providerId="LiveId" clId="{C6AE9E6D-61FE-4A27-B8FD-83C096AF3272}" dt="2026-10-05T04:51:29.773" v="194" actId="207"/>
          <ac:spMkLst>
            <pc:docMk/>
            <pc:sldMk cId="89388087" sldId="272"/>
            <ac:spMk id="18" creationId="{9F51C038-2B22-44F1-A252-C82C1F2D26AC}"/>
          </ac:spMkLst>
        </pc:spChg>
        <pc:spChg chg="add mod">
          <ac:chgData name="nikitha v t" userId="b1061803b14d32ef" providerId="LiveId" clId="{C6AE9E6D-61FE-4A27-B8FD-83C096AF3272}" dt="2026-10-05T05:37:57.679" v="618" actId="403"/>
          <ac:spMkLst>
            <pc:docMk/>
            <pc:sldMk cId="89388087" sldId="272"/>
            <ac:spMk id="19" creationId="{0AA11856-717A-9C5B-EC52-8DC42BB81E6F}"/>
          </ac:spMkLst>
        </pc:spChg>
        <pc:spChg chg="add mod">
          <ac:chgData name="nikitha v t" userId="b1061803b14d32ef" providerId="LiveId" clId="{C6AE9E6D-61FE-4A27-B8FD-83C096AF3272}" dt="2026-10-05T04:51:35.384" v="195" actId="207"/>
          <ac:spMkLst>
            <pc:docMk/>
            <pc:sldMk cId="89388087" sldId="272"/>
            <ac:spMk id="21" creationId="{0AE8EC53-83F8-4CE3-9B7E-254365CE59D9}"/>
          </ac:spMkLst>
        </pc:spChg>
        <pc:spChg chg="add mod">
          <ac:chgData name="nikitha v t" userId="b1061803b14d32ef" providerId="LiveId" clId="{C6AE9E6D-61FE-4A27-B8FD-83C096AF3272}" dt="2026-10-05T05:38:03.701" v="619" actId="403"/>
          <ac:spMkLst>
            <pc:docMk/>
            <pc:sldMk cId="89388087" sldId="272"/>
            <ac:spMk id="22" creationId="{3E9518DB-5757-89BD-2924-2224E73856AA}"/>
          </ac:spMkLst>
        </pc:spChg>
        <pc:spChg chg="add mod ord">
          <ac:chgData name="nikitha v t" userId="b1061803b14d32ef" providerId="LiveId" clId="{C6AE9E6D-61FE-4A27-B8FD-83C096AF3272}" dt="2026-10-05T05:38:20.144" v="620" actId="207"/>
          <ac:spMkLst>
            <pc:docMk/>
            <pc:sldMk cId="89388087" sldId="272"/>
            <ac:spMk id="23" creationId="{B2E18BDA-A17C-C994-4CEC-81B5CF4E8E85}"/>
          </ac:spMkLst>
        </pc:spChg>
        <pc:spChg chg="add mod">
          <ac:chgData name="nikitha v t" userId="b1061803b14d32ef" providerId="LiveId" clId="{C6AE9E6D-61FE-4A27-B8FD-83C096AF3272}" dt="2026-10-05T04:57:54.739" v="249" actId="1076"/>
          <ac:spMkLst>
            <pc:docMk/>
            <pc:sldMk cId="89388087" sldId="272"/>
            <ac:spMk id="30" creationId="{011E91FB-8680-9BE0-F746-232AA189B9A5}"/>
          </ac:spMkLst>
        </pc:spChg>
        <pc:spChg chg="add mod">
          <ac:chgData name="nikitha v t" userId="b1061803b14d32ef" providerId="LiveId" clId="{C6AE9E6D-61FE-4A27-B8FD-83C096AF3272}" dt="2026-10-05T05:34:34.240" v="604" actId="207"/>
          <ac:spMkLst>
            <pc:docMk/>
            <pc:sldMk cId="89388087" sldId="272"/>
            <ac:spMk id="32" creationId="{56CBAF31-A0A3-41F4-964E-6AF8A04CC293}"/>
          </ac:spMkLst>
        </pc:spChg>
        <pc:spChg chg="add mod">
          <ac:chgData name="nikitha v t" userId="b1061803b14d32ef" providerId="LiveId" clId="{C6AE9E6D-61FE-4A27-B8FD-83C096AF3272}" dt="2026-10-05T05:37:52.388" v="617" actId="403"/>
          <ac:spMkLst>
            <pc:docMk/>
            <pc:sldMk cId="89388087" sldId="272"/>
            <ac:spMk id="33" creationId="{02BD967B-E1B6-5568-3C1E-6F316B780F27}"/>
          </ac:spMkLst>
        </pc:spChg>
        <pc:grpChg chg="add mod ord">
          <ac:chgData name="nikitha v t" userId="b1061803b14d32ef" providerId="LiveId" clId="{C6AE9E6D-61FE-4A27-B8FD-83C096AF3272}" dt="2026-10-06T05:47:06.620" v="703" actId="164"/>
          <ac:grpSpMkLst>
            <pc:docMk/>
            <pc:sldMk cId="89388087" sldId="272"/>
            <ac:grpSpMk id="4" creationId="{0CA4FCCB-5B58-C964-6FA1-CF79B462BD36}"/>
          </ac:grpSpMkLst>
        </pc:grpChg>
        <pc:grpChg chg="add mod">
          <ac:chgData name="nikitha v t" userId="b1061803b14d32ef" providerId="LiveId" clId="{C6AE9E6D-61FE-4A27-B8FD-83C096AF3272}" dt="2026-10-06T05:40:26.273" v="632" actId="164"/>
          <ac:grpSpMkLst>
            <pc:docMk/>
            <pc:sldMk cId="89388087" sldId="272"/>
            <ac:grpSpMk id="11" creationId="{F6C7A083-A6C0-E76E-BF92-3634A6D581A6}"/>
          </ac:grpSpMkLst>
        </pc:grpChg>
        <pc:grpChg chg="add mod">
          <ac:chgData name="nikitha v t" userId="b1061803b14d32ef" providerId="LiveId" clId="{C6AE9E6D-61FE-4A27-B8FD-83C096AF3272}" dt="2026-10-08T06:19:18.380" v="1066" actId="1036"/>
          <ac:grpSpMkLst>
            <pc:docMk/>
            <pc:sldMk cId="89388087" sldId="272"/>
            <ac:grpSpMk id="16" creationId="{D28F5092-4EF5-6CB6-B268-8DD921835E7D}"/>
          </ac:grpSpMkLst>
        </pc:grpChg>
        <pc:grpChg chg="add mod">
          <ac:chgData name="nikitha v t" userId="b1061803b14d32ef" providerId="LiveId" clId="{C6AE9E6D-61FE-4A27-B8FD-83C096AF3272}" dt="2026-10-05T04:53:33.775" v="218" actId="1076"/>
          <ac:grpSpMkLst>
            <pc:docMk/>
            <pc:sldMk cId="89388087" sldId="272"/>
            <ac:grpSpMk id="17" creationId="{D82B0A7E-F92D-E8C1-0C5B-0BF66F12292F}"/>
          </ac:grpSpMkLst>
        </pc:grpChg>
        <pc:grpChg chg="add mod">
          <ac:chgData name="nikitha v t" userId="b1061803b14d32ef" providerId="LiveId" clId="{C6AE9E6D-61FE-4A27-B8FD-83C096AF3272}" dt="2026-10-06T05:40:26.273" v="632" actId="164"/>
          <ac:grpSpMkLst>
            <pc:docMk/>
            <pc:sldMk cId="89388087" sldId="272"/>
            <ac:grpSpMk id="20" creationId="{B1F1AF1B-200A-C4F4-69C4-D01C4662EF90}"/>
          </ac:grpSpMkLst>
        </pc:grpChg>
        <pc:grpChg chg="add mod">
          <ac:chgData name="nikitha v t" userId="b1061803b14d32ef" providerId="LiveId" clId="{C6AE9E6D-61FE-4A27-B8FD-83C096AF3272}" dt="2026-10-06T05:40:26.273" v="632" actId="164"/>
          <ac:grpSpMkLst>
            <pc:docMk/>
            <pc:sldMk cId="89388087" sldId="272"/>
            <ac:grpSpMk id="31" creationId="{3968D4CE-0099-8D35-0429-0E8AFE38F2A8}"/>
          </ac:grpSpMkLst>
        </pc:grpChg>
        <pc:graphicFrameChg chg="add mod">
          <ac:chgData name="nikitha v t" userId="b1061803b14d32ef" providerId="LiveId" clId="{C6AE9E6D-61FE-4A27-B8FD-83C096AF3272}" dt="2026-10-06T05:40:26.273" v="632" actId="164"/>
          <ac:graphicFrameMkLst>
            <pc:docMk/>
            <pc:sldMk cId="89388087" sldId="272"/>
            <ac:graphicFrameMk id="24" creationId="{9514612F-2F34-49E4-A1D8-9AD296F2A2AC}"/>
          </ac:graphicFrameMkLst>
        </pc:graphicFrameChg>
        <pc:graphicFrameChg chg="add mod">
          <ac:chgData name="nikitha v t" userId="b1061803b14d32ef" providerId="LiveId" clId="{C6AE9E6D-61FE-4A27-B8FD-83C096AF3272}" dt="2026-10-06T15:51:02.078" v="1038" actId="207"/>
          <ac:graphicFrameMkLst>
            <pc:docMk/>
            <pc:sldMk cId="89388087" sldId="272"/>
            <ac:graphicFrameMk id="25" creationId="{2FA3CF30-BD60-4956-80EA-3A6359A9D21E}"/>
          </ac:graphicFrameMkLst>
        </pc:graphicFrameChg>
        <pc:graphicFrameChg chg="add mod">
          <ac:chgData name="nikitha v t" userId="b1061803b14d32ef" providerId="LiveId" clId="{C6AE9E6D-61FE-4A27-B8FD-83C096AF3272}" dt="2026-10-06T05:40:26.273" v="632" actId="164"/>
          <ac:graphicFrameMkLst>
            <pc:docMk/>
            <pc:sldMk cId="89388087" sldId="272"/>
            <ac:graphicFrameMk id="26" creationId="{10D3C102-A0D3-45E4-BAB2-EBF41AE5AD05}"/>
          </ac:graphicFrameMkLst>
        </pc:graphicFrameChg>
        <pc:graphicFrameChg chg="add mod">
          <ac:chgData name="nikitha v t" userId="b1061803b14d32ef" providerId="LiveId" clId="{C6AE9E6D-61FE-4A27-B8FD-83C096AF3272}" dt="2026-10-06T05:40:26.273" v="632" actId="164"/>
          <ac:graphicFrameMkLst>
            <pc:docMk/>
            <pc:sldMk cId="89388087" sldId="272"/>
            <ac:graphicFrameMk id="27" creationId="{7DE2DE75-FF35-4C98-9B5E-772206FE8D03}"/>
          </ac:graphicFrameMkLst>
        </pc:graphicFrameChg>
        <pc:graphicFrameChg chg="add mod">
          <ac:chgData name="nikitha v t" userId="b1061803b14d32ef" providerId="LiveId" clId="{C6AE9E6D-61FE-4A27-B8FD-83C096AF3272}" dt="2026-10-06T15:57:59.949" v="1051" actId="207"/>
          <ac:graphicFrameMkLst>
            <pc:docMk/>
            <pc:sldMk cId="89388087" sldId="272"/>
            <ac:graphicFrameMk id="28" creationId="{9D3C91F6-5A53-4792-86EE-B4C5565FF9CE}"/>
          </ac:graphicFrameMkLst>
        </pc:graphicFrameChg>
      </pc:sldChg>
      <pc:sldChg chg="addSp delSp modSp new mod">
        <pc:chgData name="nikitha v t" userId="b1061803b14d32ef" providerId="LiveId" clId="{C6AE9E6D-61FE-4A27-B8FD-83C096AF3272}" dt="2026-10-06T15:50:21.918" v="1037" actId="207"/>
        <pc:sldMkLst>
          <pc:docMk/>
          <pc:sldMk cId="3582598980" sldId="273"/>
        </pc:sldMkLst>
        <pc:spChg chg="add mod">
          <ac:chgData name="nikitha v t" userId="b1061803b14d32ef" providerId="LiveId" clId="{C6AE9E6D-61FE-4A27-B8FD-83C096AF3272}" dt="2026-10-06T05:40:48.580" v="633" actId="164"/>
          <ac:spMkLst>
            <pc:docMk/>
            <pc:sldMk cId="3582598980" sldId="273"/>
            <ac:spMk id="2" creationId="{52A62A16-1327-4A08-0E7B-B6D7A7A80CDE}"/>
          </ac:spMkLst>
        </pc:spChg>
        <pc:spChg chg="add mod">
          <ac:chgData name="nikitha v t" userId="b1061803b14d32ef" providerId="LiveId" clId="{C6AE9E6D-61FE-4A27-B8FD-83C096AF3272}" dt="2026-10-05T05:12:55.635" v="382" actId="207"/>
          <ac:spMkLst>
            <pc:docMk/>
            <pc:sldMk cId="3582598980" sldId="273"/>
            <ac:spMk id="3" creationId="{19090C4A-1946-4B1F-9062-B16C6E679A63}"/>
          </ac:spMkLst>
        </pc:spChg>
        <pc:spChg chg="add mod">
          <ac:chgData name="nikitha v t" userId="b1061803b14d32ef" providerId="LiveId" clId="{C6AE9E6D-61FE-4A27-B8FD-83C096AF3272}" dt="2026-10-05T05:04:11.480" v="303" actId="1076"/>
          <ac:spMkLst>
            <pc:docMk/>
            <pc:sldMk cId="3582598980" sldId="273"/>
            <ac:spMk id="4" creationId="{210810C2-DCF3-58C5-3C77-254A8EC87975}"/>
          </ac:spMkLst>
        </pc:spChg>
        <pc:spChg chg="add mod">
          <ac:chgData name="nikitha v t" userId="b1061803b14d32ef" providerId="LiveId" clId="{C6AE9E6D-61FE-4A27-B8FD-83C096AF3272}" dt="2026-10-05T05:04:19.117" v="304" actId="1076"/>
          <ac:spMkLst>
            <pc:docMk/>
            <pc:sldMk cId="3582598980" sldId="273"/>
            <ac:spMk id="5" creationId="{F87F54F5-7442-408A-A4C6-81E7A7BBD3A7}"/>
          </ac:spMkLst>
        </pc:spChg>
        <pc:spChg chg="add mod">
          <ac:chgData name="nikitha v t" userId="b1061803b14d32ef" providerId="LiveId" clId="{C6AE9E6D-61FE-4A27-B8FD-83C096AF3272}" dt="2026-10-05T05:13:03.100" v="383" actId="207"/>
          <ac:spMkLst>
            <pc:docMk/>
            <pc:sldMk cId="3582598980" sldId="273"/>
            <ac:spMk id="6" creationId="{3F58EED1-75A2-40BB-A51E-EA854B16E730}"/>
          </ac:spMkLst>
        </pc:spChg>
        <pc:spChg chg="add mod">
          <ac:chgData name="nikitha v t" userId="b1061803b14d32ef" providerId="LiveId" clId="{C6AE9E6D-61FE-4A27-B8FD-83C096AF3272}" dt="2026-10-05T05:12:28.528" v="378" actId="207"/>
          <ac:spMkLst>
            <pc:docMk/>
            <pc:sldMk cId="3582598980" sldId="273"/>
            <ac:spMk id="8" creationId="{D3BBA8B8-7B80-4F8E-BDE4-D17743B64DF1}"/>
          </ac:spMkLst>
        </pc:spChg>
        <pc:spChg chg="add mod">
          <ac:chgData name="nikitha v t" userId="b1061803b14d32ef" providerId="LiveId" clId="{C6AE9E6D-61FE-4A27-B8FD-83C096AF3272}" dt="2026-10-05T05:38:38.707" v="621" actId="403"/>
          <ac:spMkLst>
            <pc:docMk/>
            <pc:sldMk cId="3582598980" sldId="273"/>
            <ac:spMk id="9" creationId="{3C633B18-29C2-92E3-2A13-C2FC598E3EA0}"/>
          </ac:spMkLst>
        </pc:spChg>
        <pc:spChg chg="add mod">
          <ac:chgData name="nikitha v t" userId="b1061803b14d32ef" providerId="LiveId" clId="{C6AE9E6D-61FE-4A27-B8FD-83C096AF3272}" dt="2026-10-05T05:12:33.231" v="379" actId="207"/>
          <ac:spMkLst>
            <pc:docMk/>
            <pc:sldMk cId="3582598980" sldId="273"/>
            <ac:spMk id="11" creationId="{C4EFC0CC-1BBF-4355-855C-D55A9BD87E3C}"/>
          </ac:spMkLst>
        </pc:spChg>
        <pc:spChg chg="add mod">
          <ac:chgData name="nikitha v t" userId="b1061803b14d32ef" providerId="LiveId" clId="{C6AE9E6D-61FE-4A27-B8FD-83C096AF3272}" dt="2026-10-05T05:38:42.797" v="622" actId="403"/>
          <ac:spMkLst>
            <pc:docMk/>
            <pc:sldMk cId="3582598980" sldId="273"/>
            <ac:spMk id="12" creationId="{5AB206F9-0B59-B480-BF8B-2446367AF662}"/>
          </ac:spMkLst>
        </pc:spChg>
        <pc:spChg chg="add mod">
          <ac:chgData name="nikitha v t" userId="b1061803b14d32ef" providerId="LiveId" clId="{C6AE9E6D-61FE-4A27-B8FD-83C096AF3272}" dt="2026-10-05T05:12:37.952" v="380" actId="207"/>
          <ac:spMkLst>
            <pc:docMk/>
            <pc:sldMk cId="3582598980" sldId="273"/>
            <ac:spMk id="14" creationId="{6955B810-4698-4C50-8424-B7D7CCE95EA4}"/>
          </ac:spMkLst>
        </pc:spChg>
        <pc:spChg chg="add mod">
          <ac:chgData name="nikitha v t" userId="b1061803b14d32ef" providerId="LiveId" clId="{C6AE9E6D-61FE-4A27-B8FD-83C096AF3272}" dt="2026-10-05T05:38:47.876" v="623" actId="403"/>
          <ac:spMkLst>
            <pc:docMk/>
            <pc:sldMk cId="3582598980" sldId="273"/>
            <ac:spMk id="15" creationId="{3DB67859-FF37-34CB-52D1-B80D6EE4FC41}"/>
          </ac:spMkLst>
        </pc:spChg>
        <pc:spChg chg="add mod">
          <ac:chgData name="nikitha v t" userId="b1061803b14d32ef" providerId="LiveId" clId="{C6AE9E6D-61FE-4A27-B8FD-83C096AF3272}" dt="2026-10-05T05:12:48.519" v="381" actId="207"/>
          <ac:spMkLst>
            <pc:docMk/>
            <pc:sldMk cId="3582598980" sldId="273"/>
            <ac:spMk id="17" creationId="{18B280A7-F0DF-AB52-34E2-07A07C38A3CD}"/>
          </ac:spMkLst>
        </pc:spChg>
        <pc:spChg chg="add mod">
          <ac:chgData name="nikitha v t" userId="b1061803b14d32ef" providerId="LiveId" clId="{C6AE9E6D-61FE-4A27-B8FD-83C096AF3272}" dt="2026-10-05T05:39:01.696" v="625" actId="403"/>
          <ac:spMkLst>
            <pc:docMk/>
            <pc:sldMk cId="3582598980" sldId="273"/>
            <ac:spMk id="18" creationId="{4E6CF47E-9575-E6C1-AF58-2D9676078045}"/>
          </ac:spMkLst>
        </pc:spChg>
        <pc:spChg chg="add mod ord">
          <ac:chgData name="nikitha v t" userId="b1061803b14d32ef" providerId="LiveId" clId="{C6AE9E6D-61FE-4A27-B8FD-83C096AF3272}" dt="2026-10-05T05:39:42.644" v="629" actId="1036"/>
          <ac:spMkLst>
            <pc:docMk/>
            <pc:sldMk cId="3582598980" sldId="273"/>
            <ac:spMk id="20" creationId="{8073A550-A02C-553F-70E9-1C68434EAACE}"/>
          </ac:spMkLst>
        </pc:spChg>
        <pc:spChg chg="add mod">
          <ac:chgData name="nikitha v t" userId="b1061803b14d32ef" providerId="LiveId" clId="{C6AE9E6D-61FE-4A27-B8FD-83C096AF3272}" dt="2026-10-06T05:50:12.958" v="723" actId="164"/>
          <ac:spMkLst>
            <pc:docMk/>
            <pc:sldMk cId="3582598980" sldId="273"/>
            <ac:spMk id="26" creationId="{19090C4A-1946-4B1F-9062-B16C6E679A63}"/>
          </ac:spMkLst>
        </pc:spChg>
        <pc:spChg chg="add mod">
          <ac:chgData name="nikitha v t" userId="b1061803b14d32ef" providerId="LiveId" clId="{C6AE9E6D-61FE-4A27-B8FD-83C096AF3272}" dt="2026-10-05T05:17:59.721" v="397" actId="1076"/>
          <ac:spMkLst>
            <pc:docMk/>
            <pc:sldMk cId="3582598980" sldId="273"/>
            <ac:spMk id="27" creationId="{86FD3E41-3CBC-23D4-12B3-C2D651BD6F06}"/>
          </ac:spMkLst>
        </pc:spChg>
        <pc:spChg chg="add mod">
          <ac:chgData name="nikitha v t" userId="b1061803b14d32ef" providerId="LiveId" clId="{C6AE9E6D-61FE-4A27-B8FD-83C096AF3272}" dt="2026-10-06T05:50:12.958" v="723" actId="164"/>
          <ac:spMkLst>
            <pc:docMk/>
            <pc:sldMk cId="3582598980" sldId="273"/>
            <ac:spMk id="29" creationId="{210810C2-DCF3-58C5-3C77-254A8EC87975}"/>
          </ac:spMkLst>
        </pc:spChg>
        <pc:spChg chg="add mod">
          <ac:chgData name="nikitha v t" userId="b1061803b14d32ef" providerId="LiveId" clId="{C6AE9E6D-61FE-4A27-B8FD-83C096AF3272}" dt="2026-10-06T05:50:12.958" v="723" actId="164"/>
          <ac:spMkLst>
            <pc:docMk/>
            <pc:sldMk cId="3582598980" sldId="273"/>
            <ac:spMk id="30" creationId="{F87F54F5-7442-408A-A4C6-81E7A7BBD3A7}"/>
          </ac:spMkLst>
        </pc:spChg>
        <pc:spChg chg="add mod">
          <ac:chgData name="nikitha v t" userId="b1061803b14d32ef" providerId="LiveId" clId="{C6AE9E6D-61FE-4A27-B8FD-83C096AF3272}" dt="2026-10-06T05:50:19.640" v="724" actId="207"/>
          <ac:spMkLst>
            <pc:docMk/>
            <pc:sldMk cId="3582598980" sldId="273"/>
            <ac:spMk id="33" creationId="{3F58EED1-75A2-40BB-A51E-EA854B16E730}"/>
          </ac:spMkLst>
        </pc:spChg>
        <pc:grpChg chg="add mod">
          <ac:chgData name="nikitha v t" userId="b1061803b14d32ef" providerId="LiveId" clId="{C6AE9E6D-61FE-4A27-B8FD-83C096AF3272}" dt="2026-10-06T05:40:48.580" v="633" actId="164"/>
          <ac:grpSpMkLst>
            <pc:docMk/>
            <pc:sldMk cId="3582598980" sldId="273"/>
            <ac:grpSpMk id="7" creationId="{24723E52-4C50-4B80-91B0-78E29C86D0F5}"/>
          </ac:grpSpMkLst>
        </pc:grpChg>
        <pc:grpChg chg="add mod">
          <ac:chgData name="nikitha v t" userId="b1061803b14d32ef" providerId="LiveId" clId="{C6AE9E6D-61FE-4A27-B8FD-83C096AF3272}" dt="2026-10-06T05:40:48.580" v="633" actId="164"/>
          <ac:grpSpMkLst>
            <pc:docMk/>
            <pc:sldMk cId="3582598980" sldId="273"/>
            <ac:grpSpMk id="10" creationId="{846F66D8-AA0F-E5E3-7E57-314C420DA55B}"/>
          </ac:grpSpMkLst>
        </pc:grpChg>
        <pc:grpChg chg="add mod">
          <ac:chgData name="nikitha v t" userId="b1061803b14d32ef" providerId="LiveId" clId="{C6AE9E6D-61FE-4A27-B8FD-83C096AF3272}" dt="2026-10-05T05:12:37.952" v="380" actId="207"/>
          <ac:grpSpMkLst>
            <pc:docMk/>
            <pc:sldMk cId="3582598980" sldId="273"/>
            <ac:grpSpMk id="13" creationId="{58A6EE04-7115-F9BF-CAFC-5D97BD7E98E2}"/>
          </ac:grpSpMkLst>
        </pc:grpChg>
        <pc:grpChg chg="add mod">
          <ac:chgData name="nikitha v t" userId="b1061803b14d32ef" providerId="LiveId" clId="{C6AE9E6D-61FE-4A27-B8FD-83C096AF3272}" dt="2026-10-06T05:40:48.580" v="633" actId="164"/>
          <ac:grpSpMkLst>
            <pc:docMk/>
            <pc:sldMk cId="3582598980" sldId="273"/>
            <ac:grpSpMk id="16" creationId="{A96AFC27-D9B8-B899-DF83-B610CC3D4E6E}"/>
          </ac:grpSpMkLst>
        </pc:grpChg>
        <pc:grpChg chg="add mod">
          <ac:chgData name="nikitha v t" userId="b1061803b14d32ef" providerId="LiveId" clId="{C6AE9E6D-61FE-4A27-B8FD-83C096AF3272}" dt="2026-10-06T05:50:12.958" v="723" actId="164"/>
          <ac:grpSpMkLst>
            <pc:docMk/>
            <pc:sldMk cId="3582598980" sldId="273"/>
            <ac:grpSpMk id="23" creationId="{09BD585C-BB90-0A3A-26BB-857986CC741B}"/>
          </ac:grpSpMkLst>
        </pc:grpChg>
        <pc:grpChg chg="add mod">
          <ac:chgData name="nikitha v t" userId="b1061803b14d32ef" providerId="LiveId" clId="{C6AE9E6D-61FE-4A27-B8FD-83C096AF3272}" dt="2026-10-06T05:50:12.958" v="723" actId="164"/>
          <ac:grpSpMkLst>
            <pc:docMk/>
            <pc:sldMk cId="3582598980" sldId="273"/>
            <ac:grpSpMk id="34" creationId="{B2A7A445-160B-EAD5-87A5-18C880C2DF28}"/>
          </ac:grpSpMkLst>
        </pc:grpChg>
        <pc:graphicFrameChg chg="add mod">
          <ac:chgData name="nikitha v t" userId="b1061803b14d32ef" providerId="LiveId" clId="{C6AE9E6D-61FE-4A27-B8FD-83C096AF3272}" dt="2026-10-06T05:40:48.580" v="633" actId="164"/>
          <ac:graphicFrameMkLst>
            <pc:docMk/>
            <pc:sldMk cId="3582598980" sldId="273"/>
            <ac:graphicFrameMk id="19" creationId="{09274540-F8A1-41E4-8B72-A4081D66C080}"/>
          </ac:graphicFrameMkLst>
        </pc:graphicFrameChg>
        <pc:graphicFrameChg chg="add mod">
          <ac:chgData name="nikitha v t" userId="b1061803b14d32ef" providerId="LiveId" clId="{C6AE9E6D-61FE-4A27-B8FD-83C096AF3272}" dt="2026-10-06T15:50:21.918" v="1037" actId="207"/>
          <ac:graphicFrameMkLst>
            <pc:docMk/>
            <pc:sldMk cId="3582598980" sldId="273"/>
            <ac:graphicFrameMk id="21" creationId="{2DADAC61-6081-490B-9760-29BB3BC5C3F8}"/>
          </ac:graphicFrameMkLst>
        </pc:graphicFrameChg>
        <pc:graphicFrameChg chg="add mod">
          <ac:chgData name="nikitha v t" userId="b1061803b14d32ef" providerId="LiveId" clId="{C6AE9E6D-61FE-4A27-B8FD-83C096AF3272}" dt="2026-10-06T15:48:42.860" v="1032" actId="207"/>
          <ac:graphicFrameMkLst>
            <pc:docMk/>
            <pc:sldMk cId="3582598980" sldId="273"/>
            <ac:graphicFrameMk id="22" creationId="{C7E84221-BBB9-4CB8-AAFF-D9759A9846B8}"/>
          </ac:graphicFrameMkLst>
        </pc:graphicFrameChg>
        <pc:graphicFrameChg chg="add mod">
          <ac:chgData name="nikitha v t" userId="b1061803b14d32ef" providerId="LiveId" clId="{C6AE9E6D-61FE-4A27-B8FD-83C096AF3272}" dt="2026-10-06T15:50:11.803" v="1035" actId="207"/>
          <ac:graphicFrameMkLst>
            <pc:docMk/>
            <pc:sldMk cId="3582598980" sldId="273"/>
            <ac:graphicFrameMk id="24" creationId="{57E08E65-B92A-4326-B15E-5EF981E71338}"/>
          </ac:graphicFrameMkLst>
        </pc:graphicFrameChg>
        <pc:graphicFrameChg chg="add mod">
          <ac:chgData name="nikitha v t" userId="b1061803b14d32ef" providerId="LiveId" clId="{C6AE9E6D-61FE-4A27-B8FD-83C096AF3272}" dt="2026-10-06T15:49:03.778" v="1033" actId="207"/>
          <ac:graphicFrameMkLst>
            <pc:docMk/>
            <pc:sldMk cId="3582598980" sldId="273"/>
            <ac:graphicFrameMk id="25" creationId="{71118E30-3149-4032-AC35-2FFC91E739B5}"/>
          </ac:graphicFrameMkLst>
        </pc:graphicFrameChg>
      </pc:sldChg>
      <pc:sldChg chg="addSp delSp modSp new mod">
        <pc:chgData name="nikitha v t" userId="b1061803b14d32ef" providerId="LiveId" clId="{C6AE9E6D-61FE-4A27-B8FD-83C096AF3272}" dt="2026-10-10T10:13:42.568" v="1182" actId="14100"/>
        <pc:sldMkLst>
          <pc:docMk/>
          <pc:sldMk cId="863000540" sldId="274"/>
        </pc:sldMkLst>
        <pc:spChg chg="add mod">
          <ac:chgData name="nikitha v t" userId="b1061803b14d32ef" providerId="LiveId" clId="{C6AE9E6D-61FE-4A27-B8FD-83C096AF3272}" dt="2026-10-10T10:11:58.416" v="1173" actId="1076"/>
          <ac:spMkLst>
            <pc:docMk/>
            <pc:sldMk cId="863000540" sldId="274"/>
            <ac:spMk id="2" creationId="{314D714F-E151-81F2-8FF3-A201F21C1D9B}"/>
          </ac:spMkLst>
        </pc:spChg>
        <pc:spChg chg="add del mod">
          <ac:chgData name="nikitha v t" userId="b1061803b14d32ef" providerId="LiveId" clId="{C6AE9E6D-61FE-4A27-B8FD-83C096AF3272}" dt="2026-10-09T10:38:36.886" v="1138" actId="478"/>
          <ac:spMkLst>
            <pc:docMk/>
            <pc:sldMk cId="863000540" sldId="274"/>
            <ac:spMk id="2" creationId="{CD620599-75D1-BB6F-5610-0286CA4FB1E3}"/>
          </ac:spMkLst>
        </pc:spChg>
        <pc:spChg chg="add mod ord">
          <ac:chgData name="nikitha v t" userId="b1061803b14d32ef" providerId="LiveId" clId="{C6AE9E6D-61FE-4A27-B8FD-83C096AF3272}" dt="2026-10-10T10:13:35.382" v="1180" actId="164"/>
          <ac:spMkLst>
            <pc:docMk/>
            <pc:sldMk cId="863000540" sldId="274"/>
            <ac:spMk id="3" creationId="{46320FF2-125E-4B2E-1F87-0FA754DFD1D2}"/>
          </ac:spMkLst>
        </pc:spChg>
        <pc:spChg chg="add del mod">
          <ac:chgData name="nikitha v t" userId="b1061803b14d32ef" providerId="LiveId" clId="{C6AE9E6D-61FE-4A27-B8FD-83C096AF3272}" dt="2026-10-09T10:37:17.750" v="1090" actId="478"/>
          <ac:spMkLst>
            <pc:docMk/>
            <pc:sldMk cId="863000540" sldId="274"/>
            <ac:spMk id="3" creationId="{C5828395-E9F5-2904-0203-033CC5D3290D}"/>
          </ac:spMkLst>
        </pc:spChg>
        <pc:spChg chg="add mod">
          <ac:chgData name="nikitha v t" userId="b1061803b14d32ef" providerId="LiveId" clId="{C6AE9E6D-61FE-4A27-B8FD-83C096AF3272}" dt="2026-10-10T10:13:35.382" v="1180" actId="164"/>
          <ac:spMkLst>
            <pc:docMk/>
            <pc:sldMk cId="863000540" sldId="274"/>
            <ac:spMk id="4" creationId="{91AFD039-E2B5-9B19-0B37-27BFBEB007C9}"/>
          </ac:spMkLst>
        </pc:spChg>
        <pc:grpChg chg="add mod">
          <ac:chgData name="nikitha v t" userId="b1061803b14d32ef" providerId="LiveId" clId="{C6AE9E6D-61FE-4A27-B8FD-83C096AF3272}" dt="2026-10-10T10:13:42.568" v="1182" actId="14100"/>
          <ac:grpSpMkLst>
            <pc:docMk/>
            <pc:sldMk cId="863000540" sldId="274"/>
            <ac:grpSpMk id="5" creationId="{DA1EC155-5F7A-5F48-5371-67DA27F477A2}"/>
          </ac:grpSpMkLst>
        </pc:gr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kitha%20v%20t\AppData\Roaming\Microsoft\Windows\Network%20Shortcuts\Hospital_Management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kitha%20v%20t\AppData\Roaming\Microsoft\Windows\Network%20Shortcuts\Hospital_Management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kitha%20v%20t\AppData\Roaming\Microsoft\Windows\Network%20Shortcuts\Hospital_Management%20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kitha%20v%20t\AppData\Roaming\Microsoft\Windows\Network%20Shortcuts\Hospital_Management%20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kitha%20v%20t\AppData\Roaming\Microsoft\Windows\Network%20Shortcuts\Hospital_Management%20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kitha%20v%20t\AppData\Roaming\Microsoft\Windows\Network%20Shortcuts\Hospital_Management%20dat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kitha%20v%20t\AppData\Roaming\Microsoft\Windows\Network%20Shortcuts\Hospital_Management%20dat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kitha%20v%20t\AppData\Roaming\Microsoft\Windows\Network%20Shortcuts\Hospital_Management%20data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kitha%20v%20t\AppData\Roaming\Microsoft\Windows\Network%20Shortcuts\Hospital_Management%20data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kitha%20v%20t\AppData\Roaming\Microsoft\Windows\Network%20Shortcuts\Hospital_Management%20data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kitha%20v%20t\AppData\Roaming\Microsoft\Windows\Network%20Shortcuts\Hospital_Management%20data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kitha%20v%20t\AppData\Roaming\Microsoft\Windows\Network%20Shortcuts\Hospital_Management%20data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kitha%20v%20t\AppData\Roaming\Microsoft\Windows\Network%20Shortcuts\Hospital_Management%20data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kitha%20v%20t\AppData\Roaming\Microsoft\Windows\Network%20Shortcuts\Hospital_Management%20data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kitha%20v%20t\AppData\Roaming\Microsoft\Windows\Network%20Shortcuts\Hospital_Management%20data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[Hospital_Management data.xlsx]MONTH BY PATIENT!PivotTable1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1200">
                <a:solidFill>
                  <a:schemeClr val="accent1">
                    <a:lumMod val="50000"/>
                  </a:schemeClr>
                </a:solidFill>
              </a:rPr>
              <a:t>Monthly</a:t>
            </a:r>
            <a:r>
              <a:rPr lang="en-US" sz="1200" baseline="0">
                <a:solidFill>
                  <a:schemeClr val="accent1">
                    <a:lumMod val="50000"/>
                  </a:schemeClr>
                </a:solidFill>
              </a:rPr>
              <a:t> Patient Admission</a:t>
            </a:r>
            <a:endParaRPr lang="en-US" sz="1200">
              <a:solidFill>
                <a:schemeClr val="accent1">
                  <a:lumMod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8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8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8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4163828220144588E-2"/>
          <c:y val="0.3262946081467597"/>
          <c:w val="0.84635848059209495"/>
          <c:h val="0.27444838847980252"/>
        </c:manualLayout>
      </c:layout>
      <c:lineChart>
        <c:grouping val="standard"/>
        <c:varyColors val="0"/>
        <c:ser>
          <c:idx val="0"/>
          <c:order val="0"/>
          <c:tx>
            <c:strRef>
              <c:f>'MONTH BY PATIENT'!$B$3</c:f>
              <c:strCache>
                <c:ptCount val="1"/>
                <c:pt idx="0">
                  <c:v>Total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cat>
            <c:strRef>
              <c:f>'MONTH BY PATIENT'!$A$4:$A$16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'MONTH BY PATIENT'!$B$4:$B$16</c:f>
              <c:numCache>
                <c:formatCode>General</c:formatCode>
                <c:ptCount val="12"/>
                <c:pt idx="0">
                  <c:v>859</c:v>
                </c:pt>
                <c:pt idx="1">
                  <c:v>767</c:v>
                </c:pt>
                <c:pt idx="2">
                  <c:v>855</c:v>
                </c:pt>
                <c:pt idx="3">
                  <c:v>781</c:v>
                </c:pt>
                <c:pt idx="4">
                  <c:v>844</c:v>
                </c:pt>
                <c:pt idx="5">
                  <c:v>831</c:v>
                </c:pt>
                <c:pt idx="6">
                  <c:v>874</c:v>
                </c:pt>
                <c:pt idx="7">
                  <c:v>804</c:v>
                </c:pt>
                <c:pt idx="8">
                  <c:v>837</c:v>
                </c:pt>
                <c:pt idx="9">
                  <c:v>876</c:v>
                </c:pt>
                <c:pt idx="10">
                  <c:v>833</c:v>
                </c:pt>
                <c:pt idx="11">
                  <c:v>839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DE-4686-8DAE-D077C478E3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8819567"/>
        <c:axId val="759519151"/>
      </c:lineChart>
      <c:catAx>
        <c:axId val="788819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9519151"/>
        <c:crosses val="autoZero"/>
        <c:auto val="1"/>
        <c:lblAlgn val="ctr"/>
        <c:lblOffset val="100"/>
        <c:noMultiLvlLbl val="0"/>
      </c:catAx>
      <c:valAx>
        <c:axId val="759519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88195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[Hospital_Management data.xlsx]ADMISSION BY PATIENT !PivotTable2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14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Admission</a:t>
            </a:r>
            <a:r>
              <a:rPr lang="en-US" sz="1400" baseline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</a:t>
            </a:r>
            <a:endParaRPr lang="en-US" sz="140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9591469657591055"/>
          <c:y val="0.104900838974424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  <c:spPr>
          <a:solidFill>
            <a:schemeClr val="accent6"/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5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5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6"/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/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5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5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6"/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/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5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chemeClr val="accent5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0.14739689742556275"/>
          <c:y val="0.2652950579997575"/>
          <c:w val="0.38804157227372332"/>
          <c:h val="0.62260320398195779"/>
        </c:manualLayout>
      </c:layout>
      <c:doughnutChart>
        <c:varyColors val="1"/>
        <c:ser>
          <c:idx val="0"/>
          <c:order val="0"/>
          <c:tx>
            <c:strRef>
              <c:f>'ADMISSION BY PATIENT '!$B$3</c:f>
              <c:strCache>
                <c:ptCount val="1"/>
                <c:pt idx="0">
                  <c:v>Total</c:v>
                </c:pt>
              </c:strCache>
            </c:strRef>
          </c:tx>
          <c:spPr>
            <a:ln>
              <a:solidFill>
                <a:schemeClr val="accent1">
                  <a:lumMod val="40000"/>
                  <a:lumOff val="60000"/>
                </a:schemeClr>
              </a:solidFill>
            </a:ln>
          </c:spPr>
          <c:dPt>
            <c:idx val="0"/>
            <c:bubble3D val="0"/>
            <c:spPr>
              <a:solidFill>
                <a:schemeClr val="accent2"/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992-4D7A-A879-58E00AE123CC}"/>
              </c:ext>
            </c:extLst>
          </c:dPt>
          <c:dPt>
            <c:idx val="1"/>
            <c:bubble3D val="0"/>
            <c:spPr>
              <a:solidFill>
                <a:srgbClr val="31859C"/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992-4D7A-A879-58E00AE123CC}"/>
              </c:ext>
            </c:extLst>
          </c:dPt>
          <c:dPt>
            <c:idx val="2"/>
            <c:bubble3D val="0"/>
            <c:spPr>
              <a:solidFill>
                <a:srgbClr val="215968"/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992-4D7A-A879-58E00AE123CC}"/>
              </c:ext>
            </c:extLst>
          </c:dPt>
          <c:cat>
            <c:strRef>
              <c:f>'ADMISSION BY PATIENT '!$A$4:$A$7</c:f>
              <c:strCache>
                <c:ptCount val="3"/>
                <c:pt idx="0">
                  <c:v>Emergency</c:v>
                </c:pt>
                <c:pt idx="1">
                  <c:v>Referred</c:v>
                </c:pt>
                <c:pt idx="2">
                  <c:v>Scheduled</c:v>
                </c:pt>
              </c:strCache>
            </c:strRef>
          </c:cat>
          <c:val>
            <c:numRef>
              <c:f>'ADMISSION BY PATIENT '!$B$4:$B$7</c:f>
              <c:numCache>
                <c:formatCode>0.00%</c:formatCode>
                <c:ptCount val="3"/>
                <c:pt idx="0">
                  <c:v>0.30020000000000002</c:v>
                </c:pt>
                <c:pt idx="1">
                  <c:v>0.24829999999999999</c:v>
                </c:pt>
                <c:pt idx="2">
                  <c:v>0.45150000000000001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992-4D7A-A879-58E00AE123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387081138552626"/>
          <c:y val="0.43158751020320929"/>
          <c:w val="0.29510100624035801"/>
          <c:h val="0.38441976316939908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 sz="900" b="0" i="0" u="none" strike="noStrike" kern="1200" baseline="0"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[Hospital_Management data.xlsx]GENDER BY PATIENT!PivotTable3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400" b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r>
              <a:rPr lang="en-US" sz="1400" b="0" baseline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</a:t>
            </a:r>
            <a:endParaRPr lang="en-US" sz="1400" b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7387000357090489"/>
          <c:y val="8.987552455320803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  <c:pivotFmt>
        <c:idx val="7"/>
        <c:spPr>
          <a:solidFill>
            <a:schemeClr val="accent5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  <c:pivotFmt>
        <c:idx val="8"/>
        <c:spPr>
          <a:solidFill>
            <a:schemeClr val="accent5">
              <a:lumMod val="5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  <c:pivotFmt>
        <c:idx val="9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  <c:pivotFmt>
        <c:idx val="11"/>
        <c:spPr>
          <a:solidFill>
            <a:schemeClr val="accent5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  <c:pivotFmt>
        <c:idx val="12"/>
        <c:spPr>
          <a:solidFill>
            <a:schemeClr val="accent5">
              <a:lumMod val="5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  <c:pivotFmt>
        <c:idx val="13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  <c:pivotFmt>
        <c:idx val="15"/>
        <c:spPr>
          <a:solidFill>
            <a:schemeClr val="accent5">
              <a:lumMod val="7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  <c:pivotFmt>
        <c:idx val="16"/>
        <c:spPr>
          <a:solidFill>
            <a:schemeClr val="accent5">
              <a:lumMod val="5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'GENDER BY PATIENT'!$B$3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B86-41DF-892A-92E157868496}"/>
              </c:ext>
            </c:extLst>
          </c:dPt>
          <c:dPt>
            <c:idx val="1"/>
            <c:bubble3D val="0"/>
            <c:spPr>
              <a:solidFill>
                <a:srgbClr val="215968"/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8B86-41DF-892A-92E157868496}"/>
              </c:ext>
            </c:extLst>
          </c:dPt>
          <c:dPt>
            <c:idx val="2"/>
            <c:bubble3D val="0"/>
            <c:spPr>
              <a:solidFill>
                <a:srgbClr val="31859C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8B86-41DF-892A-92E157868496}"/>
              </c:ext>
            </c:extLst>
          </c:dPt>
          <c:cat>
            <c:strRef>
              <c:f>'GENDER BY PATIENT'!$A$4:$A$7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'GENDER BY PATIENT'!$B$4:$B$7</c:f>
              <c:numCache>
                <c:formatCode>0.00%</c:formatCode>
                <c:ptCount val="3"/>
                <c:pt idx="0">
                  <c:v>0.47649999999999998</c:v>
                </c:pt>
                <c:pt idx="1">
                  <c:v>0.50380000000000003</c:v>
                </c:pt>
                <c:pt idx="2">
                  <c:v>1.9699999999999999E-2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B86-41DF-892A-92E1578684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4645106271144657"/>
          <c:y val="0.37145980452432531"/>
          <c:w val="0.17892583868857784"/>
          <c:h val="0.469185192420768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[Hospital_Management data.xlsx]DEPT BY PATIENT !PivotTable4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by Department</a:t>
            </a:r>
            <a:endParaRPr lang="en-US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>
              <a:lumMod val="5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>
              <a:lumMod val="5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>
              <a:lumMod val="5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14928576660916"/>
          <c:y val="0.29545352917503137"/>
          <c:w val="0.60107136385558801"/>
          <c:h val="0.5889830807646957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'DEPT BY PATIENT 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15968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'DEPT BY PATIENT '!$A$4:$A$12</c:f>
              <c:strCache>
                <c:ptCount val="8"/>
                <c:pt idx="0">
                  <c:v>Cardiology</c:v>
                </c:pt>
                <c:pt idx="1">
                  <c:v>Dermatology</c:v>
                </c:pt>
                <c:pt idx="2">
                  <c:v>General Medicine</c:v>
                </c:pt>
                <c:pt idx="3">
                  <c:v>Gynecology</c:v>
                </c:pt>
                <c:pt idx="4">
                  <c:v>Neurology</c:v>
                </c:pt>
                <c:pt idx="5">
                  <c:v>Oncology</c:v>
                </c:pt>
                <c:pt idx="6">
                  <c:v>Orthopedics</c:v>
                </c:pt>
                <c:pt idx="7">
                  <c:v>Pediatrics</c:v>
                </c:pt>
              </c:strCache>
            </c:strRef>
          </c:cat>
          <c:val>
            <c:numRef>
              <c:f>'DEPT BY PATIENT '!$B$4:$B$12</c:f>
              <c:numCache>
                <c:formatCode>General</c:formatCode>
                <c:ptCount val="8"/>
                <c:pt idx="0">
                  <c:v>1266</c:v>
                </c:pt>
                <c:pt idx="1">
                  <c:v>1213</c:v>
                </c:pt>
                <c:pt idx="2">
                  <c:v>1222</c:v>
                </c:pt>
                <c:pt idx="3">
                  <c:v>1342</c:v>
                </c:pt>
                <c:pt idx="4">
                  <c:v>1274</c:v>
                </c:pt>
                <c:pt idx="5">
                  <c:v>1236</c:v>
                </c:pt>
                <c:pt idx="6">
                  <c:v>1273</c:v>
                </c:pt>
                <c:pt idx="7">
                  <c:v>1174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8A-4289-84DA-065CF1D6EA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788832559"/>
        <c:axId val="759462991"/>
      </c:barChart>
      <c:catAx>
        <c:axId val="7888325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9462991"/>
        <c:crosses val="autoZero"/>
        <c:auto val="1"/>
        <c:lblAlgn val="ctr"/>
        <c:lblOffset val="100"/>
        <c:noMultiLvlLbl val="0"/>
      </c:catAx>
      <c:valAx>
        <c:axId val="759462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88325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[Hospital_Management data.xlsx]AGE GROUP BY PATIENT!PivotTable5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 sz="14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  <a:r>
              <a:rPr lang="en-US" sz="1400" baseline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Age Group</a:t>
            </a:r>
            <a:endParaRPr lang="en-US" sz="140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'AGE GROUP BY PATIENT'!$B$3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1ABB2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cat>
            <c:strRef>
              <c:f>'AGE GROUP BY PATIENT'!$A$4:$A$9</c:f>
              <c:strCache>
                <c:ptCount val="5"/>
                <c:pt idx="0">
                  <c:v>Adult</c:v>
                </c:pt>
                <c:pt idx="1">
                  <c:v>Child</c:v>
                </c:pt>
                <c:pt idx="2">
                  <c:v>Middle</c:v>
                </c:pt>
                <c:pt idx="3">
                  <c:v>Senior</c:v>
                </c:pt>
                <c:pt idx="4">
                  <c:v>Young</c:v>
                </c:pt>
              </c:strCache>
            </c:strRef>
          </c:cat>
          <c:val>
            <c:numRef>
              <c:f>'AGE GROUP BY PATIENT'!$B$4:$B$9</c:f>
              <c:numCache>
                <c:formatCode>General</c:formatCode>
                <c:ptCount val="5"/>
                <c:pt idx="0">
                  <c:v>1707</c:v>
                </c:pt>
                <c:pt idx="1">
                  <c:v>1999</c:v>
                </c:pt>
                <c:pt idx="2">
                  <c:v>1738</c:v>
                </c:pt>
                <c:pt idx="3">
                  <c:v>3036</c:v>
                </c:pt>
                <c:pt idx="4">
                  <c:v>1520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C3-442A-9E36-1BE15BE95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1"/>
        <c:axId val="788906335"/>
        <c:axId val="759509551"/>
      </c:barChart>
      <c:catAx>
        <c:axId val="788906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9509551"/>
        <c:crosses val="autoZero"/>
        <c:auto val="1"/>
        <c:lblAlgn val="ctr"/>
        <c:lblOffset val="100"/>
        <c:noMultiLvlLbl val="0"/>
      </c:catAx>
      <c:valAx>
        <c:axId val="75950955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88906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[Hospital_Management data.xlsx]REVENUE BY MONTH!PivotTable6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5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'REVENUE BY MONTH'!$B$3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'REVENUE BY MONTH'!$A$4:$A$16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'REVENUE BY MONTH'!$B$4:$B$16</c:f>
              <c:numCache>
                <c:formatCode>General</c:formatCode>
                <c:ptCount val="12"/>
                <c:pt idx="0">
                  <c:v>18987960</c:v>
                </c:pt>
                <c:pt idx="1">
                  <c:v>15776144</c:v>
                </c:pt>
                <c:pt idx="2">
                  <c:v>18950696</c:v>
                </c:pt>
                <c:pt idx="3">
                  <c:v>16690806</c:v>
                </c:pt>
                <c:pt idx="4">
                  <c:v>17437784</c:v>
                </c:pt>
                <c:pt idx="5">
                  <c:v>18113934</c:v>
                </c:pt>
                <c:pt idx="6">
                  <c:v>18192042</c:v>
                </c:pt>
                <c:pt idx="7">
                  <c:v>17479263</c:v>
                </c:pt>
                <c:pt idx="8">
                  <c:v>17659704</c:v>
                </c:pt>
                <c:pt idx="9">
                  <c:v>19364095</c:v>
                </c:pt>
                <c:pt idx="10">
                  <c:v>18060204</c:v>
                </c:pt>
                <c:pt idx="11">
                  <c:v>18400860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16-4ED2-83F9-C5BF724C9B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8918399"/>
        <c:axId val="759534991"/>
      </c:lineChart>
      <c:catAx>
        <c:axId val="788918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9534991"/>
        <c:crosses val="autoZero"/>
        <c:auto val="1"/>
        <c:lblAlgn val="ctr"/>
        <c:lblOffset val="100"/>
        <c:noMultiLvlLbl val="0"/>
      </c:catAx>
      <c:valAx>
        <c:axId val="7595349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89183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accent5">
              <a:lumMod val="50000"/>
            </a:schemeClr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[Hospital_Management data.xlsx]TREATMENT BY REVENUE!PivotTable7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14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by Treatment</a:t>
            </a:r>
            <a:endParaRPr lang="en-US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42966081747014029"/>
          <c:y val="7.69376189785322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6036218207392573"/>
          <c:y val="0.23871896666183059"/>
          <c:w val="0.54153415386192316"/>
          <c:h val="0.6038367691475751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'TREATMENT BY REVENUE'!$B$3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1ABB2"/>
            </a:solidFill>
            <a:ln>
              <a:noFill/>
            </a:ln>
            <a:effectLst/>
          </c:spPr>
          <c:invertIfNegative val="0"/>
          <c:cat>
            <c:strRef>
              <c:f>'TREATMENT BY REVENUE'!$A$4:$A$9</c:f>
              <c:strCache>
                <c:ptCount val="5"/>
                <c:pt idx="0">
                  <c:v>Diagnostic</c:v>
                </c:pt>
                <c:pt idx="1">
                  <c:v>Emergency Treatment</c:v>
                </c:pt>
                <c:pt idx="2">
                  <c:v>Medication</c:v>
                </c:pt>
                <c:pt idx="3">
                  <c:v>Surgery</c:v>
                </c:pt>
                <c:pt idx="4">
                  <c:v>Therapy</c:v>
                </c:pt>
              </c:strCache>
            </c:strRef>
          </c:cat>
          <c:val>
            <c:numRef>
              <c:f>'TREATMENT BY REVENUE'!$B$4:$B$9</c:f>
              <c:numCache>
                <c:formatCode>General</c:formatCode>
                <c:ptCount val="5"/>
                <c:pt idx="0">
                  <c:v>21544079</c:v>
                </c:pt>
                <c:pt idx="1">
                  <c:v>45605400</c:v>
                </c:pt>
                <c:pt idx="2">
                  <c:v>14575254</c:v>
                </c:pt>
                <c:pt idx="3">
                  <c:v>101617070</c:v>
                </c:pt>
                <c:pt idx="4">
                  <c:v>31771689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43-4A8E-BF67-17C06C1B31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39384591"/>
        <c:axId val="759491791"/>
      </c:barChart>
      <c:catAx>
        <c:axId val="17393845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9491791"/>
        <c:crosses val="autoZero"/>
        <c:auto val="1"/>
        <c:lblAlgn val="ctr"/>
        <c:lblOffset val="100"/>
        <c:noMultiLvlLbl val="0"/>
      </c:catAx>
      <c:valAx>
        <c:axId val="7594917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9384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[Hospital_Management data.xlsx]GENDER BY REVENUE!PivotTable8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400" b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400" b="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Share by Gender</a:t>
            </a:r>
            <a:endParaRPr lang="en-US" b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</c:pivotFmt>
      <c:pivotFmt>
        <c:idx val="3"/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</c:pivotFmt>
      <c:pivotFmt>
        <c:idx val="6"/>
      </c:pivotFmt>
      <c:pivotFmt>
        <c:idx val="7"/>
      </c:pivotFmt>
      <c:pivotFmt>
        <c:idx val="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  <c:pivotFmt>
        <c:idx val="1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  <c:pivotFmt>
        <c:idx val="1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  <c:pivotFmt>
        <c:idx val="1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  <c:pivotFmt>
        <c:idx val="1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  <c:pivotFmt>
        <c:idx val="1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  <c:pivotFmt>
        <c:idx val="1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  <c:pivotFmt>
        <c:idx val="1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  <c:pivotFmt>
        <c:idx val="1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0.17862186446749867"/>
          <c:y val="0.29184351532688391"/>
          <c:w val="0.43071215674311897"/>
          <c:h val="0.61128563826428917"/>
        </c:manualLayout>
      </c:layout>
      <c:pieChart>
        <c:varyColors val="1"/>
        <c:ser>
          <c:idx val="0"/>
          <c:order val="0"/>
          <c:tx>
            <c:strRef>
              <c:f>'GENDER BY REVENUE'!$B$3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4A1-45A6-AE43-803919D661D8}"/>
              </c:ext>
            </c:extLst>
          </c:dPt>
          <c:dPt>
            <c:idx val="1"/>
            <c:bubble3D val="0"/>
            <c:spPr>
              <a:solidFill>
                <a:srgbClr val="215968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4A1-45A6-AE43-803919D661D8}"/>
              </c:ext>
            </c:extLst>
          </c:dPt>
          <c:dPt>
            <c:idx val="2"/>
            <c:bubble3D val="0"/>
            <c:spPr>
              <a:solidFill>
                <a:srgbClr val="31859C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4A1-45A6-AE43-803919D661D8}"/>
              </c:ext>
            </c:extLst>
          </c:dPt>
          <c:dLbls>
            <c:delete val="1"/>
          </c:dLbls>
          <c:cat>
            <c:strRef>
              <c:f>'GENDER BY REVENUE'!$A$4:$A$7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'GENDER BY REVENUE'!$B$4:$B$7</c:f>
              <c:numCache>
                <c:formatCode>0.00%</c:formatCode>
                <c:ptCount val="3"/>
                <c:pt idx="0">
                  <c:v>0.47667655825139971</c:v>
                </c:pt>
                <c:pt idx="1">
                  <c:v>0.50520019450941733</c:v>
                </c:pt>
                <c:pt idx="2">
                  <c:v>1.8123247239182932E-2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4A1-45A6-AE43-803919D661D8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8987929433611883"/>
          <c:y val="0.38632414809283472"/>
          <c:w val="0.25069637883008355"/>
          <c:h val="0.4242443233969166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[Hospital_Management data.xlsx]DEPT BY REVENUE!PivotTable9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400" b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400" b="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Department</a:t>
            </a:r>
            <a:endParaRPr lang="en-US" b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spPr>
          <a:solidFill>
            <a:schemeClr val="accent5">
              <a:lumMod val="5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>
              <a:lumMod val="5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>
              <a:lumMod val="5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'DEPT BY REVENUE'!$B$3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15968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'DEPT BY REVENUE'!$A$4:$A$12</c:f>
              <c:strCache>
                <c:ptCount val="8"/>
                <c:pt idx="0">
                  <c:v>Cardiology</c:v>
                </c:pt>
                <c:pt idx="1">
                  <c:v>Dermatology</c:v>
                </c:pt>
                <c:pt idx="2">
                  <c:v>General Medicine</c:v>
                </c:pt>
                <c:pt idx="3">
                  <c:v>Gynecology</c:v>
                </c:pt>
                <c:pt idx="4">
                  <c:v>Neurology</c:v>
                </c:pt>
                <c:pt idx="5">
                  <c:v>Oncology</c:v>
                </c:pt>
                <c:pt idx="6">
                  <c:v>Orthopedics</c:v>
                </c:pt>
                <c:pt idx="7">
                  <c:v>Pediatrics</c:v>
                </c:pt>
              </c:strCache>
            </c:strRef>
          </c:cat>
          <c:val>
            <c:numRef>
              <c:f>'DEPT BY REVENUE'!$B$4:$B$12</c:f>
              <c:numCache>
                <c:formatCode>General</c:formatCode>
                <c:ptCount val="8"/>
                <c:pt idx="0">
                  <c:v>32442861</c:v>
                </c:pt>
                <c:pt idx="1">
                  <c:v>19333869</c:v>
                </c:pt>
                <c:pt idx="2">
                  <c:v>21285723</c:v>
                </c:pt>
                <c:pt idx="3">
                  <c:v>27208207</c:v>
                </c:pt>
                <c:pt idx="4">
                  <c:v>31400274</c:v>
                </c:pt>
                <c:pt idx="5">
                  <c:v>34258340</c:v>
                </c:pt>
                <c:pt idx="6">
                  <c:v>29674394</c:v>
                </c:pt>
                <c:pt idx="7">
                  <c:v>19509824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1D-408E-ABA2-FF9C732E49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788888703"/>
        <c:axId val="759511951"/>
      </c:barChart>
      <c:catAx>
        <c:axId val="7888887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9511951"/>
        <c:crosses val="autoZero"/>
        <c:auto val="1"/>
        <c:lblAlgn val="ctr"/>
        <c:lblOffset val="100"/>
        <c:noMultiLvlLbl val="0"/>
      </c:catAx>
      <c:valAx>
        <c:axId val="75951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8888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[Hospital_Management data.xlsx]TREATMENT BY AVG BILL!PivotTable10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IN" sz="1400" b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sz="1400" b="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Billing by Treatment</a:t>
            </a:r>
            <a:endParaRPr lang="en-IN" b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748567253835538"/>
          <c:y val="8.01058404284830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>
              <a:lumMod val="75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>
              <a:lumMod val="75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>
              <a:lumMod val="75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8.4018946713463813E-2"/>
          <c:y val="0.21933533790406448"/>
          <c:w val="0.88854723056525153"/>
          <c:h val="0.594703932981053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'TREATMENT BY AVG BILL'!$B$3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31859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'TREATMENT BY AVG BILL'!$A$4:$A$9</c:f>
              <c:strCache>
                <c:ptCount val="5"/>
                <c:pt idx="0">
                  <c:v>Diagnostic</c:v>
                </c:pt>
                <c:pt idx="1">
                  <c:v>Emergency Treatment</c:v>
                </c:pt>
                <c:pt idx="2">
                  <c:v>Medication</c:v>
                </c:pt>
                <c:pt idx="3">
                  <c:v>Surgery</c:v>
                </c:pt>
                <c:pt idx="4">
                  <c:v>Therapy</c:v>
                </c:pt>
              </c:strCache>
            </c:strRef>
          </c:cat>
          <c:val>
            <c:numRef>
              <c:f>'TREATMENT BY AVG BILL'!$B$4:$B$9</c:f>
              <c:numCache>
                <c:formatCode>General</c:formatCode>
                <c:ptCount val="5"/>
                <c:pt idx="0">
                  <c:v>10448.14694471387</c:v>
                </c:pt>
                <c:pt idx="1">
                  <c:v>22940.342052313885</c:v>
                </c:pt>
                <c:pt idx="2">
                  <c:v>7251.3701492537311</c:v>
                </c:pt>
                <c:pt idx="3">
                  <c:v>51425.642712550609</c:v>
                </c:pt>
                <c:pt idx="4">
                  <c:v>16177.031059063136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1D-44FB-AB27-24564AB53F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7799103"/>
        <c:axId val="3079631"/>
      </c:barChart>
      <c:catAx>
        <c:axId val="97799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79631"/>
        <c:crosses val="autoZero"/>
        <c:auto val="1"/>
        <c:lblAlgn val="ctr"/>
        <c:lblOffset val="100"/>
        <c:noMultiLvlLbl val="0"/>
      </c:catAx>
      <c:valAx>
        <c:axId val="30796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7991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[Hospital_Management data.xlsx]AGE GROUP BY AVG BILL!PivotTable11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IN" sz="1200" b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sz="1200" b="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Billing By Group</a:t>
            </a:r>
            <a:endParaRPr lang="en-IN" b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8342384820474518"/>
          <c:y val="0.158065364904564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'AGE GROUP BY AVG BILL'!$B$3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'AGE GROUP BY AVG BILL'!$A$4:$A$9</c:f>
              <c:strCache>
                <c:ptCount val="5"/>
                <c:pt idx="0">
                  <c:v>Adult</c:v>
                </c:pt>
                <c:pt idx="1">
                  <c:v>Child</c:v>
                </c:pt>
                <c:pt idx="2">
                  <c:v>Middle</c:v>
                </c:pt>
                <c:pt idx="3">
                  <c:v>Senior</c:v>
                </c:pt>
                <c:pt idx="4">
                  <c:v>Young</c:v>
                </c:pt>
              </c:strCache>
            </c:strRef>
          </c:cat>
          <c:val>
            <c:numRef>
              <c:f>'AGE GROUP BY AVG BILL'!$B$4:$B$9</c:f>
              <c:numCache>
                <c:formatCode>General</c:formatCode>
                <c:ptCount val="5"/>
                <c:pt idx="0">
                  <c:v>21658.612185120095</c:v>
                </c:pt>
                <c:pt idx="1">
                  <c:v>21817.685842921459</c:v>
                </c:pt>
                <c:pt idx="2">
                  <c:v>21094.310126582277</c:v>
                </c:pt>
                <c:pt idx="3">
                  <c:v>21547.4604743083</c:v>
                </c:pt>
                <c:pt idx="4">
                  <c:v>21347.819736842106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99-4A19-80A8-60ADE0DE95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88924895"/>
        <c:axId val="759438511"/>
      </c:barChart>
      <c:catAx>
        <c:axId val="7889248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9438511"/>
        <c:crosses val="autoZero"/>
        <c:auto val="1"/>
        <c:lblAlgn val="ctr"/>
        <c:lblOffset val="100"/>
        <c:noMultiLvlLbl val="0"/>
      </c:catAx>
      <c:valAx>
        <c:axId val="7594385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89248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[Hospital_Management data.xlsx]ADMISSION BY AVG STAY!PivotTable16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 sz="14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sz="14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stay by Admission</a:t>
            </a:r>
            <a:endParaRPr lang="en-US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>
              <a:lumMod val="5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>
              <a:lumMod val="5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>
              <a:lumMod val="5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'ADMISSION BY AVG STAY'!$B$3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31859C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cat>
            <c:strRef>
              <c:f>'ADMISSION BY AVG STAY'!$A$4:$A$7</c:f>
              <c:strCache>
                <c:ptCount val="3"/>
                <c:pt idx="0">
                  <c:v>Emergency</c:v>
                </c:pt>
                <c:pt idx="1">
                  <c:v>Referred</c:v>
                </c:pt>
                <c:pt idx="2">
                  <c:v>Scheduled</c:v>
                </c:pt>
              </c:strCache>
            </c:strRef>
          </c:cat>
          <c:val>
            <c:numRef>
              <c:f>'ADMISSION BY AVG STAY'!$B$4:$B$7</c:f>
              <c:numCache>
                <c:formatCode>General</c:formatCode>
                <c:ptCount val="3"/>
                <c:pt idx="0">
                  <c:v>4.4090606262491674</c:v>
                </c:pt>
                <c:pt idx="1">
                  <c:v>4.2662102295610147</c:v>
                </c:pt>
                <c:pt idx="2">
                  <c:v>4.398228128460687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E1-413E-B472-D570D49112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1"/>
        <c:axId val="788905407"/>
        <c:axId val="759520111"/>
      </c:barChart>
      <c:catAx>
        <c:axId val="788905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9520111"/>
        <c:crosses val="autoZero"/>
        <c:auto val="1"/>
        <c:lblAlgn val="ctr"/>
        <c:lblOffset val="100"/>
        <c:noMultiLvlLbl val="0"/>
      </c:catAx>
      <c:valAx>
        <c:axId val="75952011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88905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[Hospital_Management data.xlsx]TREATMENT BY PATIENT!PivotTable13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  <a:r>
              <a:rPr lang="en-US" sz="1400" b="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Treatment</a:t>
            </a:r>
            <a:endParaRPr lang="en-US" b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</c:pivotFmt>
      <c:pivotFmt>
        <c:idx val="8"/>
      </c:pivotFmt>
      <c:pivotFmt>
        <c:idx val="9"/>
      </c:pivotFmt>
      <c:pivotFmt>
        <c:idx val="10"/>
      </c:pivotFmt>
      <c:pivotFmt>
        <c:idx val="11"/>
      </c:pivotFmt>
      <c:pivotFmt>
        <c:idx val="12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4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5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6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7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8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0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1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2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3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4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6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7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8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9"/>
        <c:spPr>
          <a:solidFill>
            <a:schemeClr val="accent2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'TREATMENT BY PATIENT'!$B$3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84C-4065-A7CE-EE364C97A0DE}"/>
              </c:ext>
            </c:extLst>
          </c:dPt>
          <c:dPt>
            <c:idx val="1"/>
            <c:bubble3D val="0"/>
            <c:spPr>
              <a:solidFill>
                <a:srgbClr val="31859C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84C-4065-A7CE-EE364C97A0DE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084C-4065-A7CE-EE364C97A0DE}"/>
              </c:ext>
            </c:extLst>
          </c:dPt>
          <c:dPt>
            <c:idx val="3"/>
            <c:bubble3D val="0"/>
            <c:spPr>
              <a:solidFill>
                <a:srgbClr val="01ABB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084C-4065-A7CE-EE364C97A0DE}"/>
              </c:ext>
            </c:extLst>
          </c:dPt>
          <c:dPt>
            <c:idx val="4"/>
            <c:bubble3D val="0"/>
            <c:spPr>
              <a:solidFill>
                <a:srgbClr val="215968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084C-4065-A7CE-EE364C97A0DE}"/>
              </c:ext>
            </c:extLst>
          </c:dPt>
          <c:cat>
            <c:strRef>
              <c:f>'TREATMENT BY PATIENT'!$A$4:$A$9</c:f>
              <c:strCache>
                <c:ptCount val="5"/>
                <c:pt idx="0">
                  <c:v>Diagnostic</c:v>
                </c:pt>
                <c:pt idx="1">
                  <c:v>Emergency Treatment</c:v>
                </c:pt>
                <c:pt idx="2">
                  <c:v>Medication</c:v>
                </c:pt>
                <c:pt idx="3">
                  <c:v>Surgery</c:v>
                </c:pt>
                <c:pt idx="4">
                  <c:v>Therapy</c:v>
                </c:pt>
              </c:strCache>
            </c:strRef>
          </c:cat>
          <c:val>
            <c:numRef>
              <c:f>'TREATMENT BY PATIENT'!$B$4:$B$9</c:f>
              <c:numCache>
                <c:formatCode>General</c:formatCode>
                <c:ptCount val="5"/>
                <c:pt idx="0">
                  <c:v>2062</c:v>
                </c:pt>
                <c:pt idx="1">
                  <c:v>1988</c:v>
                </c:pt>
                <c:pt idx="2">
                  <c:v>2010</c:v>
                </c:pt>
                <c:pt idx="3">
                  <c:v>1976</c:v>
                </c:pt>
                <c:pt idx="4">
                  <c:v>1964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84C-4065-A7CE-EE364C97A0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[Hospital_Management data.xlsx]DEPT BY AVG STAY!PivotTable14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400" b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 Stat by Department</a:t>
            </a:r>
            <a:endParaRPr lang="en-US" b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>
              <a:lumMod val="75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>
              <a:lumMod val="75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>
              <a:lumMod val="75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'DEPT BY AVG STAY'!$B$3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15968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cat>
            <c:strRef>
              <c:f>'DEPT BY AVG STAY'!$A$4:$A$12</c:f>
              <c:strCache>
                <c:ptCount val="8"/>
                <c:pt idx="0">
                  <c:v>Cardiology</c:v>
                </c:pt>
                <c:pt idx="1">
                  <c:v>Dermatology</c:v>
                </c:pt>
                <c:pt idx="2">
                  <c:v>General Medicine</c:v>
                </c:pt>
                <c:pt idx="3">
                  <c:v>Gynecology</c:v>
                </c:pt>
                <c:pt idx="4">
                  <c:v>Neurology</c:v>
                </c:pt>
                <c:pt idx="5">
                  <c:v>Oncology</c:v>
                </c:pt>
                <c:pt idx="6">
                  <c:v>Orthopedics</c:v>
                </c:pt>
                <c:pt idx="7">
                  <c:v>Pediatrics</c:v>
                </c:pt>
              </c:strCache>
            </c:strRef>
          </c:cat>
          <c:val>
            <c:numRef>
              <c:f>'DEPT BY AVG STAY'!$B$4:$B$12</c:f>
              <c:numCache>
                <c:formatCode>General</c:formatCode>
                <c:ptCount val="8"/>
                <c:pt idx="0">
                  <c:v>4.27567140600316</c:v>
                </c:pt>
                <c:pt idx="1">
                  <c:v>4.2918384171475683</c:v>
                </c:pt>
                <c:pt idx="2">
                  <c:v>4.3085106382978724</c:v>
                </c:pt>
                <c:pt idx="3">
                  <c:v>4.418032786885246</c:v>
                </c:pt>
                <c:pt idx="4">
                  <c:v>4.409733124018838</c:v>
                </c:pt>
                <c:pt idx="5">
                  <c:v>4.3576051779935279</c:v>
                </c:pt>
                <c:pt idx="6">
                  <c:v>4.3369992144540452</c:v>
                </c:pt>
                <c:pt idx="7">
                  <c:v>4.5562180579216358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F8-40BB-AE19-9F463CD5C6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03826223"/>
        <c:axId val="759451951"/>
      </c:barChart>
      <c:catAx>
        <c:axId val="18038262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9451951"/>
        <c:crosses val="autoZero"/>
        <c:auto val="1"/>
        <c:lblAlgn val="ctr"/>
        <c:lblOffset val="100"/>
        <c:noMultiLvlLbl val="0"/>
      </c:catAx>
      <c:valAx>
        <c:axId val="75945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38262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[Hospital_Management data.xlsx]DEPT BY AVG BILL!PivotTable15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sz="12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Billing by Department</a:t>
            </a:r>
            <a:endParaRPr lang="en-US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9978070175438596"/>
          <c:y val="4.7300428576352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4741089929548279"/>
          <c:y val="0.16890274495685512"/>
          <c:w val="0.70346629368697344"/>
          <c:h val="0.6900491005258582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'DEPT BY AVG BILL'!$B$3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1ABB2"/>
            </a:solidFill>
            <a:ln>
              <a:noFill/>
            </a:ln>
            <a:effectLst/>
          </c:spPr>
          <c:invertIfNegative val="0"/>
          <c:cat>
            <c:strRef>
              <c:f>'DEPT BY AVG BILL'!$A$4:$A$12</c:f>
              <c:strCache>
                <c:ptCount val="8"/>
                <c:pt idx="0">
                  <c:v>Cardiology</c:v>
                </c:pt>
                <c:pt idx="1">
                  <c:v>Dermatology</c:v>
                </c:pt>
                <c:pt idx="2">
                  <c:v>General Medicine</c:v>
                </c:pt>
                <c:pt idx="3">
                  <c:v>Gynecology</c:v>
                </c:pt>
                <c:pt idx="4">
                  <c:v>Neurology</c:v>
                </c:pt>
                <c:pt idx="5">
                  <c:v>Oncology</c:v>
                </c:pt>
                <c:pt idx="6">
                  <c:v>Orthopedics</c:v>
                </c:pt>
                <c:pt idx="7">
                  <c:v>Pediatrics</c:v>
                </c:pt>
              </c:strCache>
            </c:strRef>
          </c:cat>
          <c:val>
            <c:numRef>
              <c:f>'DEPT BY AVG BILL'!$B$4:$B$12</c:f>
              <c:numCache>
                <c:formatCode>General</c:formatCode>
                <c:ptCount val="8"/>
                <c:pt idx="0">
                  <c:v>25626.272511848339</c:v>
                </c:pt>
                <c:pt idx="1">
                  <c:v>15938.886232481451</c:v>
                </c:pt>
                <c:pt idx="2">
                  <c:v>17418.758592471357</c:v>
                </c:pt>
                <c:pt idx="3">
                  <c:v>20274.371833084948</c:v>
                </c:pt>
                <c:pt idx="4">
                  <c:v>24646.996860282576</c:v>
                </c:pt>
                <c:pt idx="5">
                  <c:v>27717.103559870549</c:v>
                </c:pt>
                <c:pt idx="6">
                  <c:v>23310.600157109191</c:v>
                </c:pt>
                <c:pt idx="7">
                  <c:v>16618.248722316865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8C-4DE5-881F-D8C91186D8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03881439"/>
        <c:axId val="759494671"/>
      </c:barChart>
      <c:catAx>
        <c:axId val="18038814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9494671"/>
        <c:crosses val="autoZero"/>
        <c:auto val="1"/>
        <c:lblAlgn val="ctr"/>
        <c:lblOffset val="100"/>
        <c:noMultiLvlLbl val="0"/>
      </c:catAx>
      <c:valAx>
        <c:axId val="759494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38814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CBC859-E401-ADA9-6140-492195010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32D31-8D37-FAA8-2E97-16F80FC8BD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93BA8-B979-4A0B-8239-2552588D7781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AB61BE-F352-6A96-CD54-E4472F8A25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4F297-95A4-6B95-92F2-2728200E0C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15731-AA8C-4810-9635-A346799878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6601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C0CCBA-5CCE-4846-8979-519491264756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724E0-CD8C-4575-B3E8-09E75766D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50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724E0-CD8C-4575-B3E8-09E75766D55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995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724E0-CD8C-4575-B3E8-09E75766D55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898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724E0-CD8C-4575-B3E8-09E75766D55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433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724E0-CD8C-4575-B3E8-09E75766D55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572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724E0-CD8C-4575-B3E8-09E75766D55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977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724E0-CD8C-4575-B3E8-09E75766D55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057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27AF-5C82-6C3C-C418-FC5935CD2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E26F1D-EF48-8FE1-6ED0-BCD0D5330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617D8-C6FC-D00E-F0C3-644D8E4E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C3FE-F3D6-4E58-96CD-C7F1DCFF34B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DE726-D153-1EB0-A648-DAD7372BB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31699-7FAC-F4F9-B696-D6ACAF90D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2CF3-98CE-4634-8BAB-EA338965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531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36024-70BD-2C68-9E0D-CC306A54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D8425-2B2A-C2D4-A04C-6AA8B3DC5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AE5FB-E55F-E475-8E74-4C883566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C3FE-F3D6-4E58-96CD-C7F1DCFF34B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1B402-C1E5-B407-5177-D981F8A4E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9E969-DC04-8F13-AF95-EF1EB22C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2CF3-98CE-4634-8BAB-EA338965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03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95727-76F5-4C66-EB0B-0AFD6E63A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BE9AE-321F-E953-9500-38D2775DE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DC80A-3011-1B43-B12B-C5CD04EC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C3FE-F3D6-4E58-96CD-C7F1DCFF34B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B804B-8CFD-EF69-63DA-0AF04ECE8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06616-EA98-3CA5-C053-92FD1115D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2CF3-98CE-4634-8BAB-EA338965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100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BCE80-B303-C7D8-FDC3-32B78353E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BF168-C1FE-EE31-EC20-8FBDCF42B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0F3E1-6828-6AF0-C0D0-71DB27B49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910B9-A296-1169-2BC3-C23766761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C3FE-F3D6-4E58-96CD-C7F1DCFF34B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3125E-6F13-1C6F-E019-B178089A8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8CC15-FB80-DC8C-7495-00DA5A66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2CF3-98CE-4634-8BAB-EA338965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37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0534-3BEF-EC85-19EE-0C50AED07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6F5C8-BD56-53BE-8A38-4CE6003C4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1B50D-5F43-0EE7-6608-39BEE4B3D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F0BFC4-3781-B2A7-FD6C-CA0144EDD4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556843-0564-4361-EB1C-932C2259AE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274CE-EF73-6806-2811-2EAE5299E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C3FE-F3D6-4E58-96CD-C7F1DCFF34B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CF4E9B-C198-E573-C8A0-90AB0098F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2EDCF-4837-EC77-3207-7B619CFE6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2CF3-98CE-4634-8BAB-EA338965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75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AA718-25E9-26F7-ACF6-09894670B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8ADD23-CFBD-C58E-045C-A85597EF9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C3FE-F3D6-4E58-96CD-C7F1DCFF34B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13DEC-FD10-AB1A-5148-E166E6BC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715BB-37F8-7B3C-0002-59D95938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2CF3-98CE-4634-8BAB-EA338965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397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21118D-2A24-1F6A-5032-8A8C85C3A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C3FE-F3D6-4E58-96CD-C7F1DCFF34B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A12D1-E7A1-133B-D1C2-B10C3DD67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A9EAC-BAEA-DEDF-628B-E2BD43F19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2CF3-98CE-4634-8BAB-EA338965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266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BE6B9-AC7F-6B7F-5B55-9C63AA297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8525-D2B9-62B6-5A28-1D4E689A4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48313-ADC2-9454-4D3B-F5F7B67F9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F936E-AE78-DF5C-2B08-5BFD452F5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C3FE-F3D6-4E58-96CD-C7F1DCFF34B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87920-D7C1-0040-F49D-33B68F9A1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A4453-9C01-B499-A914-982678F69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2CF3-98CE-4634-8BAB-EA338965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98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691B-A04A-249A-5180-8AF6CC26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352761-EB84-A702-FFB0-56BF9259F5C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854B1-5B9C-C62B-643F-AF8B43952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69CC0-21C1-DC85-11DC-D17F25F19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C3FE-F3D6-4E58-96CD-C7F1DCFF34B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24AB7-5079-8A02-734D-628F7918F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8C054-38E3-CEEA-16F4-9505D6457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2CF3-98CE-4634-8BAB-EA338965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787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BF535-FC07-60AC-44F5-648C30CD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A090C-84D3-9AB9-3AFB-4ADA7519E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62749-11FC-F717-DAED-8DBC3A6E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C3FE-F3D6-4E58-96CD-C7F1DCFF34B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6D54B-8443-EDB6-4789-91F2AC123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3690E-3466-E744-B5F8-A9AD984D4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2CF3-98CE-4634-8BAB-EA338965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931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330DE9-DB75-611B-6EA7-410C0575D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920C84-A552-4758-975B-E8E5E7522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32371-AFF9-50E8-E971-E8248EDC3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1C3FE-F3D6-4E58-96CD-C7F1DCFF34B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F4C40-9D88-5A80-CE7D-42020E8AB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541B4-EC07-2AC2-E8CB-A33CDE01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52CF3-98CE-4634-8BAB-EA338965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783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65929F-4717-E916-6C4B-ED8C4CB5F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7ECD4-72C3-51BD-7798-2FECB3608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D5CF-C738-E51A-CF3C-9F60D18D4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1C3FE-F3D6-4E58-96CD-C7F1DCFF34B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224C9-B3C7-F7A2-C99C-2ADA55136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F70EE-2632-683E-7CCA-A2585265F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52CF3-98CE-4634-8BAB-EA338965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09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7" Type="http://schemas.openxmlformats.org/officeDocument/2006/relationships/chart" Target="../charts/chart1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inus Sign 5">
            <a:extLst>
              <a:ext uri="{FF2B5EF4-FFF2-40B4-BE49-F238E27FC236}">
                <a16:creationId xmlns:a16="http://schemas.microsoft.com/office/drawing/2014/main" id="{E9B524D8-ACDE-F523-6C6E-093AC3CB1159}"/>
              </a:ext>
            </a:extLst>
          </p:cNvPr>
          <p:cNvSpPr/>
          <p:nvPr/>
        </p:nvSpPr>
        <p:spPr>
          <a:xfrm>
            <a:off x="-108155" y="6051756"/>
            <a:ext cx="5063613" cy="270387"/>
          </a:xfrm>
          <a:prstGeom prst="mathMinu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FAB39-4601-1678-C462-88626CDDC1F7}"/>
              </a:ext>
            </a:extLst>
          </p:cNvPr>
          <p:cNvSpPr txBox="1"/>
          <p:nvPr/>
        </p:nvSpPr>
        <p:spPr>
          <a:xfrm>
            <a:off x="0" y="6627042"/>
            <a:ext cx="12192000" cy="461916"/>
          </a:xfrm>
          <a:prstGeom prst="rect">
            <a:avLst/>
          </a:prstGeom>
          <a:solidFill>
            <a:srgbClr val="01ABB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1CBE044-CFC4-644A-42FD-DA3E43251CB2}"/>
              </a:ext>
            </a:extLst>
          </p:cNvPr>
          <p:cNvGrpSpPr/>
          <p:nvPr/>
        </p:nvGrpSpPr>
        <p:grpSpPr>
          <a:xfrm>
            <a:off x="0" y="0"/>
            <a:ext cx="12590585" cy="6858000"/>
            <a:chOff x="0" y="0"/>
            <a:chExt cx="12590585" cy="6858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F5D0A9F-8DF4-F1A2-D4CB-17177AFEEE8A}"/>
                </a:ext>
              </a:extLst>
            </p:cNvPr>
            <p:cNvGrpSpPr/>
            <p:nvPr/>
          </p:nvGrpSpPr>
          <p:grpSpPr>
            <a:xfrm>
              <a:off x="0" y="0"/>
              <a:ext cx="12590585" cy="6858000"/>
              <a:chOff x="0" y="0"/>
              <a:chExt cx="12590585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8D080C4-092C-4661-7C87-C248558B4CC5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215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66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</a:endParaRPr>
              </a:p>
              <a:p>
                <a:r>
                  <a:rPr lang="en-IN" sz="60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Batang" panose="02030600000101010101" pitchFamily="18" charset="-127"/>
                    <a:ea typeface="Batang" panose="02030600000101010101" pitchFamily="18" charset="-127"/>
                  </a:rPr>
                  <a:t>   </a:t>
                </a:r>
                <a:r>
                  <a:rPr lang="en-IN" dirty="0">
                    <a:ln w="0"/>
                    <a:solidFill>
                      <a:schemeClr val="accent2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ptos Display" panose="020B0004020202020204" pitchFamily="34" charset="0"/>
                    <a:ea typeface="Batang" panose="02030600000101010101" pitchFamily="18" charset="-127"/>
                  </a:rPr>
                  <a:t>EXCEL PROJECT</a:t>
                </a:r>
                <a:endParaRPr lang="en-IN" sz="6000" b="1" dirty="0">
                  <a:ln>
                    <a:solidFill>
                      <a:schemeClr val="bg1"/>
                    </a:solidFill>
                  </a:ln>
                  <a:solidFill>
                    <a:schemeClr val="accent2"/>
                  </a:solidFill>
                  <a:latin typeface="Aptos Display" panose="020B0004020202020204" pitchFamily="34" charset="0"/>
                  <a:ea typeface="Batang" panose="02030600000101010101" pitchFamily="18" charset="-127"/>
                </a:endParaRPr>
              </a:p>
              <a:p>
                <a:r>
                  <a:rPr lang="en-IN" sz="60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Batang" panose="02030600000101010101" pitchFamily="18" charset="-127"/>
                    <a:ea typeface="Batang" panose="02030600000101010101" pitchFamily="18" charset="-127"/>
                  </a:rPr>
                  <a:t>   </a:t>
                </a:r>
                <a:r>
                  <a:rPr lang="en-IN" sz="6600" b="1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Bell MT" panose="02020503060305020303" pitchFamily="18" charset="0"/>
                    <a:ea typeface="Batang" panose="02030600000101010101" pitchFamily="18" charset="-127"/>
                  </a:rPr>
                  <a:t>Hospital Management</a:t>
                </a:r>
              </a:p>
              <a:p>
                <a:r>
                  <a:rPr lang="en-IN" sz="6600" b="1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Bell MT" panose="02020503060305020303" pitchFamily="18" charset="0"/>
                    <a:ea typeface="Batang" panose="02030600000101010101" pitchFamily="18" charset="-127"/>
                  </a:rPr>
                  <a:t>    Dashboard</a:t>
                </a:r>
              </a:p>
              <a:p>
                <a:r>
                  <a:rPr lang="en-IN" sz="66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Bell MT" panose="02020503060305020303" pitchFamily="18" charset="0"/>
                    <a:ea typeface="Batang" panose="02030600000101010101" pitchFamily="18" charset="-127"/>
                  </a:rPr>
                  <a:t>    </a:t>
                </a:r>
                <a:r>
                  <a:rPr lang="en-IN" sz="2000" dirty="0">
                    <a:ln w="0"/>
                    <a:solidFill>
                      <a:schemeClr val="bg2">
                        <a:lumMod val="90000"/>
                      </a:schemeClr>
                    </a:solidFill>
                    <a:cs typeface="Times New Roman" panose="02020603050405020304" pitchFamily="18" charset="0"/>
                  </a:rPr>
                  <a:t>Data checks </a:t>
                </a:r>
                <a:r>
                  <a:rPr lang="en-US" sz="2000" i="1" dirty="0">
                    <a:ln w="0">
                      <a:solidFill>
                        <a:schemeClr val="bg1">
                          <a:lumMod val="50000"/>
                        </a:schemeClr>
                      </a:solidFill>
                    </a:ln>
                    <a:solidFill>
                      <a:schemeClr val="bg2">
                        <a:lumMod val="9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·</a:t>
                </a:r>
                <a:r>
                  <a:rPr lang="en-IN" sz="2000" dirty="0">
                    <a:ln w="0"/>
                    <a:solidFill>
                      <a:schemeClr val="bg2">
                        <a:lumMod val="90000"/>
                      </a:schemeClr>
                    </a:solidFill>
                    <a:cs typeface="Times New Roman" panose="02020603050405020304" pitchFamily="18" charset="0"/>
                  </a:rPr>
                  <a:t> Calculated Columns </a:t>
                </a:r>
                <a:r>
                  <a:rPr lang="en-US" sz="2000" i="1" dirty="0">
                    <a:ln w="0">
                      <a:solidFill>
                        <a:schemeClr val="bg1">
                          <a:lumMod val="50000"/>
                        </a:schemeClr>
                      </a:solidFill>
                    </a:ln>
                    <a:solidFill>
                      <a:schemeClr val="bg2">
                        <a:lumMod val="9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·</a:t>
                </a:r>
                <a:r>
                  <a:rPr lang="en-IN" sz="2000" dirty="0">
                    <a:ln w="0"/>
                    <a:solidFill>
                      <a:schemeClr val="bg2">
                        <a:lumMod val="90000"/>
                      </a:schemeClr>
                    </a:solidFill>
                    <a:cs typeface="Times New Roman" panose="02020603050405020304" pitchFamily="18" charset="0"/>
                  </a:rPr>
                  <a:t> Kpi Formulas </a:t>
                </a:r>
                <a:r>
                  <a:rPr lang="en-US" sz="2000" i="1" dirty="0">
                    <a:ln w="0">
                      <a:solidFill>
                        <a:schemeClr val="bg1">
                          <a:lumMod val="50000"/>
                        </a:schemeClr>
                      </a:solidFill>
                    </a:ln>
                    <a:solidFill>
                      <a:schemeClr val="bg2">
                        <a:lumMod val="9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·</a:t>
                </a:r>
                <a:r>
                  <a:rPr lang="en-IN" sz="2000" dirty="0">
                    <a:ln w="0"/>
                    <a:solidFill>
                      <a:schemeClr val="bg2">
                        <a:lumMod val="90000"/>
                      </a:schemeClr>
                    </a:solidFill>
                    <a:cs typeface="Times New Roman" panose="02020603050405020304" pitchFamily="18" charset="0"/>
                  </a:rPr>
                  <a:t> 3-Page Excel Dashboard  </a:t>
                </a:r>
                <a:r>
                  <a:rPr lang="en-IN" sz="2000" dirty="0">
                    <a:ln w="0"/>
                    <a:gradFill>
                      <a:gsLst>
                        <a:gs pos="21000">
                          <a:srgbClr val="53575C"/>
                        </a:gs>
                        <a:gs pos="88000">
                          <a:srgbClr val="C5C7CA"/>
                        </a:gs>
                      </a:gsLst>
                      <a:lin ang="5400000"/>
                    </a:gradFill>
                    <a:cs typeface="Times New Roman" panose="02020603050405020304" pitchFamily="18" charset="0"/>
                  </a:rPr>
                  <a:t>	</a:t>
                </a:r>
                <a:endParaRPr lang="en-IN" i="1" dirty="0">
                  <a:ln w="0"/>
                  <a:gradFill>
                    <a:gsLst>
                      <a:gs pos="21000">
                        <a:srgbClr val="53575C"/>
                      </a:gs>
                      <a:gs pos="88000">
                        <a:srgbClr val="C5C7CA"/>
                      </a:gs>
                    </a:gsLst>
                    <a:lin ang="5400000"/>
                  </a:gradFill>
                  <a:cs typeface="Times New Roman" panose="02020603050405020304" pitchFamily="18" charset="0"/>
                </a:endParaRPr>
              </a:p>
              <a:p>
                <a:r>
                  <a:rPr lang="en-IN" sz="2000" dirty="0">
                    <a:ln w="0"/>
                    <a:gradFill>
                      <a:gsLst>
                        <a:gs pos="21000">
                          <a:srgbClr val="53575C"/>
                        </a:gs>
                        <a:gs pos="88000">
                          <a:srgbClr val="C5C7CA"/>
                        </a:gs>
                      </a:gsLst>
                      <a:lin ang="5400000"/>
                    </a:gra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</a:p>
              <a:p>
                <a:r>
                  <a:rPr lang="en-IN" sz="2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Times New Roman" panose="02020603050405020304" pitchFamily="18" charset="0"/>
                  </a:rPr>
                  <a:t>               </a:t>
                </a:r>
                <a:r>
                  <a:rPr lang="en-IN" dirty="0">
                    <a:ln w="0"/>
                    <a:solidFill>
                      <a:schemeClr val="bg2">
                        <a:lumMod val="9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Times New Roman" panose="02020603050405020304" pitchFamily="18" charset="0"/>
                  </a:rPr>
                  <a:t>10,000 Patient records </a:t>
                </a:r>
                <a:r>
                  <a:rPr lang="en-US" i="1" dirty="0">
                    <a:ln w="0"/>
                    <a:solidFill>
                      <a:schemeClr val="bg2">
                        <a:lumMod val="9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·</a:t>
                </a:r>
                <a:r>
                  <a:rPr lang="en-IN" dirty="0">
                    <a:ln w="0"/>
                    <a:solidFill>
                      <a:schemeClr val="bg2">
                        <a:lumMod val="9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Times New Roman" panose="02020603050405020304" pitchFamily="18" charset="0"/>
                  </a:rPr>
                  <a:t> 10 Columns </a:t>
                </a:r>
                <a:r>
                  <a:rPr lang="en-US" i="1" dirty="0">
                    <a:ln w="0"/>
                    <a:solidFill>
                      <a:schemeClr val="bg2">
                        <a:lumMod val="9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·</a:t>
                </a:r>
                <a:r>
                  <a:rPr lang="en-IN" dirty="0">
                    <a:ln w="0"/>
                    <a:solidFill>
                      <a:schemeClr val="bg2">
                        <a:lumMod val="9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Times New Roman" panose="02020603050405020304" pitchFamily="18" charset="0"/>
                  </a:rPr>
                  <a:t> 15 Charts </a:t>
                </a:r>
                <a:r>
                  <a:rPr lang="en-US" i="1" dirty="0">
                    <a:ln w="0"/>
                    <a:solidFill>
                      <a:schemeClr val="bg2">
                        <a:lumMod val="9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· </a:t>
                </a:r>
                <a:r>
                  <a:rPr lang="en-IN" dirty="0">
                    <a:ln w="0"/>
                    <a:solidFill>
                      <a:schemeClr val="bg2">
                        <a:lumMod val="9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cs typeface="Times New Roman" panose="02020603050405020304" pitchFamily="18" charset="0"/>
                  </a:rPr>
                  <a:t> Jan – Dec 2025</a:t>
                </a:r>
              </a:p>
              <a:p>
                <a:endParaRPr lang="en-IN" sz="6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r>
                  <a:rPr lang="en-IN" sz="6000" dirty="0">
                    <a:ln>
                      <a:solidFill>
                        <a:schemeClr val="bg1"/>
                      </a:solidFill>
                    </a:ln>
                    <a:solidFill>
                      <a:schemeClr val="tx1"/>
                    </a:solidFill>
                  </a:rPr>
                  <a:t>  </a:t>
                </a:r>
                <a:r>
                  <a:rPr lang="en-IN" sz="66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</a:rPr>
                  <a:t>    </a:t>
                </a:r>
                <a:r>
                  <a:rPr lang="en-IN" dirty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prepared by </a:t>
                </a:r>
                <a:r>
                  <a:rPr lang="en-IN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</a:rPr>
                  <a:t>Nikitha V T</a:t>
                </a:r>
                <a:endParaRPr lang="en-IN" sz="16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</a:endParaRPr>
              </a:p>
              <a:p>
                <a:pPr algn="ctr"/>
                <a:endParaRPr lang="en-IN" sz="66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</a:endParaRPr>
              </a:p>
            </p:txBody>
          </p: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8EFA914-1B16-E865-7690-67B9259E6D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60229" y="0"/>
                <a:ext cx="4230356" cy="3225520"/>
              </a:xfrm>
              <a:prstGeom prst="rect">
                <a:avLst/>
              </a:prstGeom>
            </p:spPr>
          </p:pic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8AB977-BBD3-070C-186E-AC73841DD21C}"/>
                </a:ext>
              </a:extLst>
            </p:cNvPr>
            <p:cNvSpPr/>
            <p:nvPr/>
          </p:nvSpPr>
          <p:spPr>
            <a:xfrm>
              <a:off x="211015" y="6051756"/>
              <a:ext cx="4077253" cy="7221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9965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1CD6E-5A4D-3289-9CC6-E42620EF2F13}"/>
              </a:ext>
            </a:extLst>
          </p:cNvPr>
          <p:cNvSpPr txBox="1"/>
          <p:nvPr/>
        </p:nvSpPr>
        <p:spPr>
          <a:xfrm>
            <a:off x="401920" y="992003"/>
            <a:ext cx="4882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3185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This Deck Covers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C2ECCB-6D05-A2EB-9C19-0AA958257F3A}"/>
              </a:ext>
            </a:extLst>
          </p:cNvPr>
          <p:cNvSpPr/>
          <p:nvPr/>
        </p:nvSpPr>
        <p:spPr>
          <a:xfrm>
            <a:off x="401920" y="207768"/>
            <a:ext cx="1484669" cy="32993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46C206-853D-B814-75B4-4189124377CA}"/>
              </a:ext>
            </a:extLst>
          </p:cNvPr>
          <p:cNvSpPr/>
          <p:nvPr/>
        </p:nvSpPr>
        <p:spPr>
          <a:xfrm>
            <a:off x="530946" y="1919502"/>
            <a:ext cx="5496231" cy="1065711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          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       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Objective &amp; Insight</a:t>
            </a:r>
          </a:p>
          <a:p>
            <a:r>
              <a:rPr lang="en-US" sz="1600" dirty="0">
                <a:solidFill>
                  <a:schemeClr val="accent6"/>
                </a:solidFill>
              </a:rPr>
              <a:t>     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Why this dashboard exists and the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  business question it answers</a:t>
            </a:r>
          </a:p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93A028-56CD-ABEB-0414-C67D123C6665}"/>
              </a:ext>
            </a:extLst>
          </p:cNvPr>
          <p:cNvSpPr/>
          <p:nvPr/>
        </p:nvSpPr>
        <p:spPr>
          <a:xfrm>
            <a:off x="530945" y="3079171"/>
            <a:ext cx="5496231" cy="1031599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             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Dataset Overview</a:t>
            </a:r>
            <a:endParaRPr lang="en-US" sz="1600" b="1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               </a:t>
            </a:r>
            <a:r>
              <a:rPr lang="en-US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</a:rPr>
              <a:t>10,000-row, 10-column hospital patient dataset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6BB85B-3733-E55F-40D6-BA3FB0969054}"/>
              </a:ext>
            </a:extLst>
          </p:cNvPr>
          <p:cNvSpPr/>
          <p:nvPr/>
        </p:nvSpPr>
        <p:spPr>
          <a:xfrm>
            <a:off x="530943" y="4226257"/>
            <a:ext cx="5496233" cy="1054749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           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      Data Checks</a:t>
            </a:r>
            <a:endParaRPr lang="en-US" b="1" dirty="0"/>
          </a:p>
          <a:p>
            <a:r>
              <a:rPr lang="en-US" dirty="0">
                <a:solidFill>
                  <a:schemeClr val="accent6"/>
                </a:solidFill>
              </a:rPr>
              <a:t> 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Excel checks for blanks, duplicates, spelling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and date logic</a:t>
            </a:r>
          </a:p>
          <a:p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72267F-B996-764D-7026-0EE53B806DF6}"/>
              </a:ext>
            </a:extLst>
          </p:cNvPr>
          <p:cNvSpPr/>
          <p:nvPr/>
        </p:nvSpPr>
        <p:spPr>
          <a:xfrm>
            <a:off x="530942" y="5392375"/>
            <a:ext cx="5496233" cy="1031599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       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 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     Calculated Columns</a:t>
            </a:r>
          </a:p>
          <a:p>
            <a:r>
              <a:rPr lang="en-US" dirty="0">
                <a:solidFill>
                  <a:schemeClr val="accent6"/>
                </a:solidFill>
              </a:rPr>
              <a:t>  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New fields derived in the Analysis sheet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1597831-7527-A79B-EBEB-177920E5E2AC}"/>
              </a:ext>
            </a:extLst>
          </p:cNvPr>
          <p:cNvSpPr/>
          <p:nvPr/>
        </p:nvSpPr>
        <p:spPr>
          <a:xfrm>
            <a:off x="6096001" y="3030433"/>
            <a:ext cx="5348749" cy="1031598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         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     Chart Specifications</a:t>
            </a:r>
          </a:p>
          <a:p>
            <a:r>
              <a:rPr lang="en-US" dirty="0">
                <a:solidFill>
                  <a:schemeClr val="accent6"/>
                </a:solidFill>
              </a:rPr>
              <a:t>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15 charts: which fields, which question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each answers</a:t>
            </a:r>
          </a:p>
          <a:p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40CC1F6-6693-FC91-8D63-B525CBB1D0D6}"/>
              </a:ext>
            </a:extLst>
          </p:cNvPr>
          <p:cNvSpPr/>
          <p:nvPr/>
        </p:nvSpPr>
        <p:spPr>
          <a:xfrm>
            <a:off x="6096000" y="1919502"/>
            <a:ext cx="5348750" cy="1031599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                 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     KPI Formulas</a:t>
            </a:r>
          </a:p>
          <a:p>
            <a:r>
              <a:rPr lang="en-US" dirty="0">
                <a:solidFill>
                  <a:schemeClr val="accent6"/>
                </a:solidFill>
              </a:rPr>
              <a:t> 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Excel formulas that power every KPI tile</a:t>
            </a:r>
          </a:p>
          <a:p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AAAC6E-237E-6D0F-7813-26BB002DD87B}"/>
              </a:ext>
            </a:extLst>
          </p:cNvPr>
          <p:cNvSpPr/>
          <p:nvPr/>
        </p:nvSpPr>
        <p:spPr>
          <a:xfrm>
            <a:off x="6096001" y="4141363"/>
            <a:ext cx="5348749" cy="1121913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          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     3-Page Dashboard Layout</a:t>
            </a:r>
          </a:p>
          <a:p>
            <a:r>
              <a:rPr lang="en-US" dirty="0">
                <a:solidFill>
                  <a:schemeClr val="accent6"/>
                </a:solidFill>
              </a:rPr>
              <a:t> 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Patient Overview · Revenue &amp; Billing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· Care Operations</a:t>
            </a:r>
          </a:p>
          <a:p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D768B6E-FC99-DDE0-D515-615FE0F29CAD}"/>
              </a:ext>
            </a:extLst>
          </p:cNvPr>
          <p:cNvSpPr/>
          <p:nvPr/>
        </p:nvSpPr>
        <p:spPr>
          <a:xfrm>
            <a:off x="6096002" y="5342464"/>
            <a:ext cx="5348748" cy="1105873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            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       Key Insights &amp; Recommendations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What the numbers actually tell us</a:t>
            </a:r>
          </a:p>
          <a:p>
            <a:endParaRPr lang="en-US" dirty="0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04B9617F-733C-2328-CE41-DDA581BA83F8}"/>
              </a:ext>
            </a:extLst>
          </p:cNvPr>
          <p:cNvSpPr/>
          <p:nvPr/>
        </p:nvSpPr>
        <p:spPr>
          <a:xfrm>
            <a:off x="747250" y="2267137"/>
            <a:ext cx="626690" cy="451891"/>
          </a:xfrm>
          <a:prstGeom prst="flowChartConnector">
            <a:avLst/>
          </a:prstGeom>
          <a:solidFill>
            <a:srgbClr val="01AB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47FF0D16-A8DA-CEE3-CA95-443CF7C27ED7}"/>
              </a:ext>
            </a:extLst>
          </p:cNvPr>
          <p:cNvSpPr/>
          <p:nvPr/>
        </p:nvSpPr>
        <p:spPr>
          <a:xfrm>
            <a:off x="744679" y="3359509"/>
            <a:ext cx="629261" cy="451891"/>
          </a:xfrm>
          <a:prstGeom prst="flowChartConnector">
            <a:avLst/>
          </a:prstGeom>
          <a:solidFill>
            <a:srgbClr val="01AB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70FB86D6-F31E-8F01-3E41-81E3F9680A01}"/>
              </a:ext>
            </a:extLst>
          </p:cNvPr>
          <p:cNvSpPr/>
          <p:nvPr/>
        </p:nvSpPr>
        <p:spPr>
          <a:xfrm>
            <a:off x="744680" y="4589142"/>
            <a:ext cx="629260" cy="451891"/>
          </a:xfrm>
          <a:prstGeom prst="flowChartConnector">
            <a:avLst/>
          </a:prstGeom>
          <a:solidFill>
            <a:srgbClr val="01AB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77CC8941-ACCD-56B3-32FC-9713D3222E8D}"/>
              </a:ext>
            </a:extLst>
          </p:cNvPr>
          <p:cNvSpPr/>
          <p:nvPr/>
        </p:nvSpPr>
        <p:spPr>
          <a:xfrm>
            <a:off x="744679" y="5766671"/>
            <a:ext cx="626689" cy="451891"/>
          </a:xfrm>
          <a:prstGeom prst="flowChartConnector">
            <a:avLst/>
          </a:prstGeom>
          <a:solidFill>
            <a:srgbClr val="01AB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74193E2F-46E1-B2EF-81E3-A7E5F2DDDBFC}"/>
              </a:ext>
            </a:extLst>
          </p:cNvPr>
          <p:cNvSpPr/>
          <p:nvPr/>
        </p:nvSpPr>
        <p:spPr>
          <a:xfrm>
            <a:off x="6218904" y="5729684"/>
            <a:ext cx="599768" cy="451891"/>
          </a:xfrm>
          <a:prstGeom prst="flowChartConnector">
            <a:avLst/>
          </a:prstGeom>
          <a:solidFill>
            <a:srgbClr val="01AB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73B27C01-422A-266D-396C-2FEA3A58ED1B}"/>
              </a:ext>
            </a:extLst>
          </p:cNvPr>
          <p:cNvSpPr/>
          <p:nvPr/>
        </p:nvSpPr>
        <p:spPr>
          <a:xfrm>
            <a:off x="6218904" y="4589143"/>
            <a:ext cx="599768" cy="451891"/>
          </a:xfrm>
          <a:prstGeom prst="flowChartConnector">
            <a:avLst/>
          </a:prstGeom>
          <a:solidFill>
            <a:srgbClr val="01AB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17C1F38E-6F07-1C4E-C729-853A96BE6B4B}"/>
              </a:ext>
            </a:extLst>
          </p:cNvPr>
          <p:cNvSpPr/>
          <p:nvPr/>
        </p:nvSpPr>
        <p:spPr>
          <a:xfrm>
            <a:off x="6218904" y="3391432"/>
            <a:ext cx="599768" cy="451891"/>
          </a:xfrm>
          <a:prstGeom prst="flowChartConnector">
            <a:avLst/>
          </a:prstGeom>
          <a:solidFill>
            <a:srgbClr val="01AB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3A742CDB-E051-7106-469A-2F1682B1BB86}"/>
              </a:ext>
            </a:extLst>
          </p:cNvPr>
          <p:cNvSpPr/>
          <p:nvPr/>
        </p:nvSpPr>
        <p:spPr>
          <a:xfrm>
            <a:off x="6194324" y="2249022"/>
            <a:ext cx="624348" cy="451891"/>
          </a:xfrm>
          <a:prstGeom prst="flowChartConnector">
            <a:avLst/>
          </a:prstGeom>
          <a:solidFill>
            <a:srgbClr val="01AB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371B8D-FFA1-980D-3D59-5EA580EF5106}"/>
              </a:ext>
            </a:extLst>
          </p:cNvPr>
          <p:cNvSpPr txBox="1"/>
          <p:nvPr/>
        </p:nvSpPr>
        <p:spPr>
          <a:xfrm>
            <a:off x="401920" y="6600754"/>
            <a:ext cx="2281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Hospital Management Dashboard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FEAA15-D63A-1BEE-7567-2645E516EFA4}"/>
              </a:ext>
            </a:extLst>
          </p:cNvPr>
          <p:cNvSpPr txBox="1"/>
          <p:nvPr/>
        </p:nvSpPr>
        <p:spPr>
          <a:xfrm rot="10800000">
            <a:off x="0" y="-5"/>
            <a:ext cx="101600" cy="6858001"/>
          </a:xfrm>
          <a:prstGeom prst="rect">
            <a:avLst/>
          </a:prstGeom>
          <a:solidFill>
            <a:srgbClr val="01ABB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6386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ive card">
            <a:extLst>
              <a:ext uri="{FF2B5EF4-FFF2-40B4-BE49-F238E27FC236}">
                <a16:creationId xmlns:a16="http://schemas.microsoft.com/office/drawing/2014/main" id="{9205B827-7A19-58ED-E5FD-40DF1F520B53}"/>
              </a:ext>
            </a:extLst>
          </p:cNvPr>
          <p:cNvSpPr/>
          <p:nvPr/>
        </p:nvSpPr>
        <p:spPr>
          <a:xfrm>
            <a:off x="511275" y="1415701"/>
            <a:ext cx="7629832" cy="4958162"/>
          </a:xfrm>
          <a:prstGeom prst="roundRect">
            <a:avLst>
              <a:gd name="adj" fmla="val 6941"/>
            </a:avLst>
          </a:prstGeom>
          <a:solidFill>
            <a:srgbClr val="F3F5F8"/>
          </a:solidFill>
          <a:ln w="12700">
            <a:solidFill>
              <a:schemeClr val="bg2"/>
            </a:solidFill>
            <a:prstDash val="soli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Objective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Build a 3-page Excel dashboard on hospital patient records that lets a manager move from 10,000 raw rows to a clear view of patient flow, revenue and length of stay.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Key Business Questions</a:t>
            </a:r>
          </a:p>
          <a:p>
            <a:endParaRPr lang="en-US" sz="2000" b="1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      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How many patients are admitted each month, and by which route?</a:t>
            </a:r>
          </a:p>
          <a:p>
            <a:endParaRPr lang="en-US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      Which departments and treatments bring in the most revenue?</a:t>
            </a: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    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How long do patients stay, and does it differ by department?</a:t>
            </a: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      Who are our patients by age group and gender?</a:t>
            </a:r>
          </a:p>
          <a:p>
            <a:endParaRPr lang="en-US" dirty="0">
              <a:latin typeface="+mn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9B353E-8DDF-5F1A-A500-FE39E89BB561}"/>
              </a:ext>
            </a:extLst>
          </p:cNvPr>
          <p:cNvSpPr/>
          <p:nvPr/>
        </p:nvSpPr>
        <p:spPr>
          <a:xfrm>
            <a:off x="648927" y="265471"/>
            <a:ext cx="1465007" cy="28021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SECTION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CD8FD-5296-B334-553B-4D3D45C6C1D0}"/>
              </a:ext>
            </a:extLst>
          </p:cNvPr>
          <p:cNvSpPr txBox="1"/>
          <p:nvPr/>
        </p:nvSpPr>
        <p:spPr>
          <a:xfrm>
            <a:off x="511275" y="68830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3185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&amp; Business Question</a:t>
            </a:r>
            <a:endParaRPr lang="en-IN" sz="2400" dirty="0">
              <a:solidFill>
                <a:srgbClr val="31859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64DCD08-BEC4-F22B-27DA-6CE80F922C5B}"/>
              </a:ext>
            </a:extLst>
          </p:cNvPr>
          <p:cNvSpPr/>
          <p:nvPr/>
        </p:nvSpPr>
        <p:spPr>
          <a:xfrm>
            <a:off x="648925" y="4253627"/>
            <a:ext cx="368709" cy="329381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C6056C11-CC10-B01E-3310-35DC45D98B86}"/>
              </a:ext>
            </a:extLst>
          </p:cNvPr>
          <p:cNvSpPr/>
          <p:nvPr/>
        </p:nvSpPr>
        <p:spPr>
          <a:xfrm>
            <a:off x="648923" y="4852365"/>
            <a:ext cx="368709" cy="329381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DB5A5692-DB83-7D74-0706-C8C021DEE830}"/>
              </a:ext>
            </a:extLst>
          </p:cNvPr>
          <p:cNvSpPr/>
          <p:nvPr/>
        </p:nvSpPr>
        <p:spPr>
          <a:xfrm>
            <a:off x="648923" y="5451103"/>
            <a:ext cx="368709" cy="329381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1962FC47-872B-BA89-AADF-26F0B97A30E7}"/>
              </a:ext>
            </a:extLst>
          </p:cNvPr>
          <p:cNvSpPr/>
          <p:nvPr/>
        </p:nvSpPr>
        <p:spPr>
          <a:xfrm>
            <a:off x="648923" y="6006034"/>
            <a:ext cx="368709" cy="329381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Insight card">
            <a:extLst>
              <a:ext uri="{FF2B5EF4-FFF2-40B4-BE49-F238E27FC236}">
                <a16:creationId xmlns:a16="http://schemas.microsoft.com/office/drawing/2014/main" id="{5BEF8014-5AFE-736F-96A2-2896532DECDA}"/>
              </a:ext>
            </a:extLst>
          </p:cNvPr>
          <p:cNvSpPr/>
          <p:nvPr/>
        </p:nvSpPr>
        <p:spPr>
          <a:xfrm>
            <a:off x="8337746" y="1415701"/>
            <a:ext cx="3539622" cy="4919713"/>
          </a:xfrm>
          <a:prstGeom prst="roundRect">
            <a:avLst>
              <a:gd name="adj" fmla="val 2258"/>
            </a:avLst>
          </a:prstGeom>
          <a:solidFill>
            <a:srgbClr val="215968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                </a:t>
            </a:r>
          </a:p>
          <a:p>
            <a:r>
              <a:rPr lang="en-US" b="1" dirty="0">
                <a:solidFill>
                  <a:schemeClr val="bg1"/>
                </a:solidFill>
              </a:rPr>
              <a:t>               </a:t>
            </a:r>
            <a:r>
              <a:rPr lang="en-US" sz="2000" b="1" dirty="0">
                <a:solidFill>
                  <a:schemeClr val="bg1"/>
                </a:solidFill>
              </a:rPr>
              <a:t>Headline Insight</a:t>
            </a:r>
            <a:endParaRPr lang="en-US" sz="2000" dirty="0"/>
          </a:p>
          <a:p>
            <a:endParaRPr lang="en-IN" dirty="0"/>
          </a:p>
          <a:p>
            <a:endParaRPr lang="en-IN" dirty="0"/>
          </a:p>
          <a:p>
            <a:r>
              <a:rPr lang="en-IN" sz="4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</a:t>
            </a:r>
            <a:r>
              <a:rPr lang="en-IN" sz="48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215.1M</a:t>
            </a:r>
            <a:endParaRPr lang="en-IN" sz="440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solidFill>
                  <a:schemeClr val="bg1"/>
                </a:solidFill>
              </a:rPr>
              <a:t> total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billing across 10,000 patient    admissions. Surgery alone brings in 47.2% of it.</a:t>
            </a:r>
            <a:endParaRPr lang="en-US" dirty="0"/>
          </a:p>
          <a:p>
            <a:endParaRPr lang="en-IN" sz="360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1600" b="1" i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Oncology earns the most (34.3M) while Gynecology treats the most patients (1,342).</a:t>
            </a:r>
            <a:endParaRPr lang="en-US" sz="1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IN" sz="320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966736CC-1AFB-D1CA-E025-06283BEFE55C}"/>
              </a:ext>
            </a:extLst>
          </p:cNvPr>
          <p:cNvSpPr/>
          <p:nvPr/>
        </p:nvSpPr>
        <p:spPr>
          <a:xfrm>
            <a:off x="8593393" y="1730478"/>
            <a:ext cx="530942" cy="471948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C80859-7AFE-2D92-0019-2354C7A182F4}"/>
              </a:ext>
            </a:extLst>
          </p:cNvPr>
          <p:cNvSpPr txBox="1"/>
          <p:nvPr/>
        </p:nvSpPr>
        <p:spPr>
          <a:xfrm>
            <a:off x="511275" y="6599413"/>
            <a:ext cx="21532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Hospital Management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3FFC4B-C3E5-C823-0D4A-6570C96B2B49}"/>
              </a:ext>
            </a:extLst>
          </p:cNvPr>
          <p:cNvSpPr txBox="1"/>
          <p:nvPr/>
        </p:nvSpPr>
        <p:spPr>
          <a:xfrm rot="10800000">
            <a:off x="0" y="0"/>
            <a:ext cx="111760" cy="6858000"/>
          </a:xfrm>
          <a:prstGeom prst="rect">
            <a:avLst/>
          </a:prstGeom>
          <a:solidFill>
            <a:srgbClr val="01ABB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828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34D2F5D-DB7C-BBCD-9D60-A10BF5AC68E4}"/>
              </a:ext>
            </a:extLst>
          </p:cNvPr>
          <p:cNvSpPr/>
          <p:nvPr/>
        </p:nvSpPr>
        <p:spPr>
          <a:xfrm>
            <a:off x="491613" y="324464"/>
            <a:ext cx="1337187" cy="29496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SECTION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A738E9-2099-519D-8D78-66B3D031380F}"/>
              </a:ext>
            </a:extLst>
          </p:cNvPr>
          <p:cNvSpPr txBox="1"/>
          <p:nvPr/>
        </p:nvSpPr>
        <p:spPr>
          <a:xfrm>
            <a:off x="403123" y="760494"/>
            <a:ext cx="3510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185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sz="3200" b="1" dirty="0">
              <a:solidFill>
                <a:srgbClr val="31859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86929-A728-5265-959C-D3B2E1110FF7}"/>
              </a:ext>
            </a:extLst>
          </p:cNvPr>
          <p:cNvSpPr txBox="1"/>
          <p:nvPr/>
        </p:nvSpPr>
        <p:spPr>
          <a:xfrm>
            <a:off x="491613" y="1345269"/>
            <a:ext cx="6390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Hospital _Data sheet  ·  10,000 rows  ×  10 columns  ·  Jan 2025 – Dec 2025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E5F13F27-0F2F-5B8E-FED1-0B9B30C1EFA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25014937"/>
              </p:ext>
            </p:extLst>
          </p:nvPr>
        </p:nvGraphicFramePr>
        <p:xfrm>
          <a:off x="573465" y="1902002"/>
          <a:ext cx="7356248" cy="4352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361">
                  <a:extLst>
                    <a:ext uri="{9D8B030D-6E8A-4147-A177-3AD203B41FA5}">
                      <a16:colId xmlns:a16="http://schemas.microsoft.com/office/drawing/2014/main" val="1547903947"/>
                    </a:ext>
                  </a:extLst>
                </a:gridCol>
                <a:gridCol w="1509666">
                  <a:extLst>
                    <a:ext uri="{9D8B030D-6E8A-4147-A177-3AD203B41FA5}">
                      <a16:colId xmlns:a16="http://schemas.microsoft.com/office/drawing/2014/main" val="2908561672"/>
                    </a:ext>
                  </a:extLst>
                </a:gridCol>
                <a:gridCol w="4198221">
                  <a:extLst>
                    <a:ext uri="{9D8B030D-6E8A-4147-A177-3AD203B41FA5}">
                      <a16:colId xmlns:a16="http://schemas.microsoft.com/office/drawing/2014/main" val="3849450169"/>
                    </a:ext>
                  </a:extLst>
                </a:gridCol>
              </a:tblGrid>
              <a:tr h="280416">
                <a:tc>
                  <a:txBody>
                    <a:bodyPr/>
                    <a:lstStyle/>
                    <a:p>
                      <a:r>
                        <a:rPr lang="en-IN" dirty="0"/>
                        <a:t>Column</a:t>
                      </a:r>
                    </a:p>
                  </a:txBody>
                  <a:tcPr>
                    <a:solidFill>
                      <a:srgbClr val="2159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Type</a:t>
                      </a:r>
                    </a:p>
                  </a:txBody>
                  <a:tcPr>
                    <a:solidFill>
                      <a:srgbClr val="2159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 </a:t>
                      </a:r>
                    </a:p>
                  </a:txBody>
                  <a:tcPr>
                    <a:solidFill>
                      <a:srgbClr val="215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206425"/>
                  </a:ext>
                </a:extLst>
              </a:tr>
              <a:tr h="3975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Patient_ID</a:t>
                      </a:r>
                      <a:endParaRPr lang="en-US" sz="12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Unique patient identifier (P00001…)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909281"/>
                  </a:ext>
                </a:extLst>
              </a:tr>
              <a:tr h="3975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Patient_Name</a:t>
                      </a:r>
                      <a:endParaRPr lang="en-US" sz="12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Patient full name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964700"/>
                  </a:ext>
                </a:extLst>
              </a:tr>
              <a:tr h="3975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Age</a:t>
                      </a:r>
                      <a:endParaRPr lang="en-US" sz="12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Whole Number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Age in years (1–85)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940606"/>
                  </a:ext>
                </a:extLst>
              </a:tr>
              <a:tr h="3975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Gender</a:t>
                      </a:r>
                      <a:endParaRPr lang="en-US" sz="12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Male / Female / Other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811206"/>
                  </a:ext>
                </a:extLst>
              </a:tr>
              <a:tr h="3975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Department</a:t>
                      </a:r>
                      <a:endParaRPr lang="en-US" sz="12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 hospital departments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254552"/>
                  </a:ext>
                </a:extLst>
              </a:tr>
              <a:tr h="3975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Admission_Date</a:t>
                      </a:r>
                      <a:endParaRPr lang="en-US" sz="12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Date patient was admitted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406345"/>
                  </a:ext>
                </a:extLst>
              </a:tr>
              <a:tr h="3975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Discharge_Date</a:t>
                      </a:r>
                      <a:endParaRPr lang="en-US" sz="12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Date patient was discharged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657529"/>
                  </a:ext>
                </a:extLst>
              </a:tr>
              <a:tr h="3975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Treatment_Type</a:t>
                      </a:r>
                      <a:endParaRPr lang="en-US" sz="12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Diagnostic, Medication, Surgery, etc.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075691"/>
                  </a:ext>
                </a:extLst>
              </a:tr>
              <a:tr h="3975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Admission_Type</a:t>
                      </a:r>
                      <a:endParaRPr lang="en-US" sz="12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Scheduled / Emergency / Referred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189504"/>
                  </a:ext>
                </a:extLst>
              </a:tr>
              <a:tr h="4089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Billing_Amount</a:t>
                      </a:r>
                      <a:endParaRPr lang="en-US" sz="12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Whole Number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Total bill for the admission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698438"/>
                  </a:ext>
                </a:extLst>
              </a:tr>
            </a:tbl>
          </a:graphicData>
        </a:graphic>
      </p:graphicFrame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CF5AAE-65D7-EA42-FE7B-C726CD2B8FCF}"/>
              </a:ext>
            </a:extLst>
          </p:cNvPr>
          <p:cNvSpPr/>
          <p:nvPr/>
        </p:nvSpPr>
        <p:spPr>
          <a:xfrm>
            <a:off x="8350402" y="1836540"/>
            <a:ext cx="3357718" cy="4641637"/>
          </a:xfrm>
          <a:prstGeom prst="roundRect">
            <a:avLst>
              <a:gd name="adj" fmla="val 4100"/>
            </a:avLst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D7E968-3B62-5927-2D71-0FAD43D5921E}"/>
              </a:ext>
            </a:extLst>
          </p:cNvPr>
          <p:cNvSpPr txBox="1"/>
          <p:nvPr/>
        </p:nvSpPr>
        <p:spPr>
          <a:xfrm>
            <a:off x="8636892" y="1865601"/>
            <a:ext cx="29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215968"/>
                </a:solidFill>
              </a:rPr>
              <a:t>Data Snapshot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A187CD-1344-D2A9-BB01-9FF54C587565}"/>
              </a:ext>
            </a:extLst>
          </p:cNvPr>
          <p:cNvSpPr txBox="1"/>
          <p:nvPr/>
        </p:nvSpPr>
        <p:spPr>
          <a:xfrm>
            <a:off x="8632722" y="2290916"/>
            <a:ext cx="1681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10,000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0EDD26-6E80-8CD7-D63F-517DDFACCEBA}"/>
              </a:ext>
            </a:extLst>
          </p:cNvPr>
          <p:cNvSpPr txBox="1"/>
          <p:nvPr/>
        </p:nvSpPr>
        <p:spPr>
          <a:xfrm>
            <a:off x="8691716" y="2749141"/>
            <a:ext cx="1229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Total</a:t>
            </a:r>
            <a:r>
              <a:rPr lang="en-I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rows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062DCB-EC52-5DBB-7D1B-250B2D170C74}"/>
              </a:ext>
            </a:extLst>
          </p:cNvPr>
          <p:cNvSpPr txBox="1"/>
          <p:nvPr/>
        </p:nvSpPr>
        <p:spPr>
          <a:xfrm>
            <a:off x="8765457" y="3133862"/>
            <a:ext cx="1415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A9704A-19AF-3951-F9D4-FCD188C0FDC3}"/>
              </a:ext>
            </a:extLst>
          </p:cNvPr>
          <p:cNvSpPr txBox="1"/>
          <p:nvPr/>
        </p:nvSpPr>
        <p:spPr>
          <a:xfrm>
            <a:off x="8691716" y="3615161"/>
            <a:ext cx="16813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Duplicate Rows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52A5C7-1757-E144-37D5-FB4BF1FEF2B2}"/>
              </a:ext>
            </a:extLst>
          </p:cNvPr>
          <p:cNvSpPr txBox="1"/>
          <p:nvPr/>
        </p:nvSpPr>
        <p:spPr>
          <a:xfrm>
            <a:off x="8760541" y="4192648"/>
            <a:ext cx="757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441E9F-351E-335B-CB68-FCE16ACD27AF}"/>
              </a:ext>
            </a:extLst>
          </p:cNvPr>
          <p:cNvSpPr txBox="1"/>
          <p:nvPr/>
        </p:nvSpPr>
        <p:spPr>
          <a:xfrm>
            <a:off x="8662217" y="4715868"/>
            <a:ext cx="2251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Rows </a:t>
            </a: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with</a:t>
            </a:r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missing Values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8741DE-E146-F171-933B-CA2E11878090}"/>
              </a:ext>
            </a:extLst>
          </p:cNvPr>
          <p:cNvSpPr txBox="1"/>
          <p:nvPr/>
        </p:nvSpPr>
        <p:spPr>
          <a:xfrm>
            <a:off x="8662217" y="5284155"/>
            <a:ext cx="1347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10,000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34A1B9-1F33-83B1-837E-4ACB0969F10F}"/>
              </a:ext>
            </a:extLst>
          </p:cNvPr>
          <p:cNvSpPr txBox="1"/>
          <p:nvPr/>
        </p:nvSpPr>
        <p:spPr>
          <a:xfrm>
            <a:off x="8652383" y="5745820"/>
            <a:ext cx="1941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Clean</a:t>
            </a:r>
            <a:r>
              <a:rPr lang="en-I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unique</a:t>
            </a:r>
            <a:r>
              <a:rPr lang="en-I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patients</a:t>
            </a:r>
            <a:endParaRPr lang="en-I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4777EE-CB0D-942D-B91D-B203449F733C}"/>
              </a:ext>
            </a:extLst>
          </p:cNvPr>
          <p:cNvSpPr txBox="1"/>
          <p:nvPr/>
        </p:nvSpPr>
        <p:spPr>
          <a:xfrm>
            <a:off x="491613" y="6528811"/>
            <a:ext cx="26232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Hospital Management Dashboard</a:t>
            </a:r>
          </a:p>
          <a:p>
            <a:endParaRPr lang="en-IN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5E3EF5-C98B-F7AA-4A5B-187DF212738A}"/>
              </a:ext>
            </a:extLst>
          </p:cNvPr>
          <p:cNvSpPr txBox="1"/>
          <p:nvPr/>
        </p:nvSpPr>
        <p:spPr>
          <a:xfrm rot="10800000">
            <a:off x="0" y="0"/>
            <a:ext cx="152776" cy="6858000"/>
          </a:xfrm>
          <a:prstGeom prst="rect">
            <a:avLst/>
          </a:prstGeom>
          <a:solidFill>
            <a:srgbClr val="01ABB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7777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F1A8EB-5480-9FFB-37D9-15DF72F0BF80}"/>
              </a:ext>
            </a:extLst>
          </p:cNvPr>
          <p:cNvSpPr/>
          <p:nvPr/>
        </p:nvSpPr>
        <p:spPr>
          <a:xfrm>
            <a:off x="501446" y="211393"/>
            <a:ext cx="1386349" cy="28513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SECTION 3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7FCB4-2D7A-62E2-8CE9-B41E46357CE0}"/>
              </a:ext>
            </a:extLst>
          </p:cNvPr>
          <p:cNvSpPr txBox="1"/>
          <p:nvPr/>
        </p:nvSpPr>
        <p:spPr>
          <a:xfrm>
            <a:off x="373626" y="66262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3185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Checks in Excel</a:t>
            </a:r>
            <a:endParaRPr lang="en-IN" sz="2000" b="1" dirty="0">
              <a:solidFill>
                <a:srgbClr val="31859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52970-BA0A-97DC-BCB2-C0DD072B4468}"/>
              </a:ext>
            </a:extLst>
          </p:cNvPr>
          <p:cNvSpPr txBox="1"/>
          <p:nvPr/>
        </p:nvSpPr>
        <p:spPr>
          <a:xfrm>
            <a:off x="373624" y="1185842"/>
            <a:ext cx="10894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Checks run on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the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Hospital _Data sheet before building the Analysis sheet. Result: no rows needed removing.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4F140FD-8647-3CC8-F707-2DF91B2B8ED8}"/>
              </a:ext>
            </a:extLst>
          </p:cNvPr>
          <p:cNvSpPr/>
          <p:nvPr/>
        </p:nvSpPr>
        <p:spPr>
          <a:xfrm>
            <a:off x="393293" y="3855236"/>
            <a:ext cx="5594554" cy="1045183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          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     Find missing values</a:t>
            </a:r>
          </a:p>
          <a:p>
            <a:r>
              <a:rPr lang="en-US" dirty="0">
                <a:solidFill>
                  <a:schemeClr val="accent6"/>
                </a:solidFill>
              </a:rPr>
              <a:t>              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0 blank cells across all 10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columns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× 10,000 rows.</a:t>
            </a:r>
          </a:p>
          <a:p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8B39B1-51B1-38E3-38A9-B13375563EF5}"/>
              </a:ext>
            </a:extLst>
          </p:cNvPr>
          <p:cNvSpPr/>
          <p:nvPr/>
        </p:nvSpPr>
        <p:spPr>
          <a:xfrm>
            <a:off x="373625" y="1696663"/>
            <a:ext cx="5594554" cy="1024344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            Confirm headers &amp; types</a:t>
            </a:r>
            <a:endParaRPr lang="en-US" dirty="0"/>
          </a:p>
          <a:p>
            <a:r>
              <a:rPr lang="en-US" dirty="0">
                <a:solidFill>
                  <a:schemeClr val="accent6"/>
                </a:solidFill>
              </a:rPr>
              <a:t>               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10 columns with headers; dates are true dates, 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               Age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and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Billing _Amount are numbers.  </a:t>
            </a: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C43BA8-0665-8033-CFD0-57068F1D62DC}"/>
              </a:ext>
            </a:extLst>
          </p:cNvPr>
          <p:cNvSpPr/>
          <p:nvPr/>
        </p:nvSpPr>
        <p:spPr>
          <a:xfrm>
            <a:off x="373625" y="2801476"/>
            <a:ext cx="5614222" cy="973291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            Check category spellings</a:t>
            </a:r>
          </a:p>
          <a:p>
            <a:r>
              <a:rPr lang="en-US" dirty="0">
                <a:solidFill>
                  <a:schemeClr val="accent6"/>
                </a:solidFill>
              </a:rPr>
              <a:t>              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8 departments, 5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treatment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types, 3 admission 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              types, 3 genders. No spelling variants.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A4FCC87-739C-92F6-8693-522AA0EC3EAD}"/>
              </a:ext>
            </a:extLst>
          </p:cNvPr>
          <p:cNvSpPr/>
          <p:nvPr/>
        </p:nvSpPr>
        <p:spPr>
          <a:xfrm>
            <a:off x="393293" y="4980888"/>
            <a:ext cx="5594554" cy="973291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           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      Range checks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                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Age 1–85, billing 2,572 –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89,101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, length of stay </a:t>
            </a:r>
          </a:p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                 1–14 days. No outliers to fix.</a:t>
            </a:r>
          </a:p>
          <a:p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B1B766B-0443-D0CD-EA72-721D106F0A76}"/>
              </a:ext>
            </a:extLst>
          </p:cNvPr>
          <p:cNvSpPr/>
          <p:nvPr/>
        </p:nvSpPr>
        <p:spPr>
          <a:xfrm>
            <a:off x="6115668" y="1756126"/>
            <a:ext cx="5594554" cy="994637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           </a:t>
            </a: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               Trim &amp; check text</a:t>
            </a:r>
            <a:endParaRPr 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just"/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                cells with extra spaces in Patient _ID, Name, Gender,</a:t>
            </a:r>
          </a:p>
          <a:p>
            <a:pPr algn="just"/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                Department, Treatment and Admission type.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9873705-E1FE-0982-3F00-262FE154CEDE}"/>
              </a:ext>
            </a:extLst>
          </p:cNvPr>
          <p:cNvSpPr/>
          <p:nvPr/>
        </p:nvSpPr>
        <p:spPr>
          <a:xfrm>
            <a:off x="6115668" y="2841490"/>
            <a:ext cx="5594554" cy="973291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          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     Remove duplicates </a:t>
            </a:r>
          </a:p>
          <a:p>
            <a:r>
              <a:rPr lang="en-US" dirty="0">
                <a:solidFill>
                  <a:schemeClr val="accent6"/>
                </a:solidFill>
              </a:rPr>
              <a:t>              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0 duplicate rows and 10,000 unique Patient_ 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                IDs. Names repeat (192 unique), so ID is the key.</a:t>
            </a:r>
          </a:p>
          <a:p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857E6C4-5EB5-E2E7-1599-3C3E9C6A46FB}"/>
              </a:ext>
            </a:extLst>
          </p:cNvPr>
          <p:cNvSpPr/>
          <p:nvPr/>
        </p:nvSpPr>
        <p:spPr>
          <a:xfrm>
            <a:off x="6115668" y="3905508"/>
            <a:ext cx="5594554" cy="994911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                Validate dates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                 0 rows where discharge is before admission. 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                 All admissions fall in 2025</a:t>
            </a:r>
            <a:r>
              <a:rPr lang="en-US" dirty="0">
                <a:solidFill>
                  <a:schemeClr val="accent6"/>
                </a:solidFill>
              </a:rPr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48E4495-ACAC-5B50-E0D7-B60183A65B7E}"/>
              </a:ext>
            </a:extLst>
          </p:cNvPr>
          <p:cNvSpPr/>
          <p:nvPr/>
        </p:nvSpPr>
        <p:spPr>
          <a:xfrm>
            <a:off x="6115668" y="4991146"/>
            <a:ext cx="5594554" cy="963033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           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       Load to Analysis sheet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                  All 10,000 rows carried into Analysis, which adds 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                  4 calculated columns.</a:t>
            </a:r>
          </a:p>
          <a:p>
            <a:endParaRPr lang="en-US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D753908-D8CD-52C5-559A-CF0D44A2C6C4}"/>
              </a:ext>
            </a:extLst>
          </p:cNvPr>
          <p:cNvSpPr/>
          <p:nvPr/>
        </p:nvSpPr>
        <p:spPr>
          <a:xfrm>
            <a:off x="604684" y="2016839"/>
            <a:ext cx="589936" cy="464461"/>
          </a:xfrm>
          <a:prstGeom prst="roundRect">
            <a:avLst>
              <a:gd name="adj" fmla="val 14550"/>
            </a:avLst>
          </a:prstGeom>
          <a:solidFill>
            <a:srgbClr val="01AB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B293CF9-F6AA-2A24-918E-07AEDFCE020C}"/>
              </a:ext>
            </a:extLst>
          </p:cNvPr>
          <p:cNvSpPr/>
          <p:nvPr/>
        </p:nvSpPr>
        <p:spPr>
          <a:xfrm>
            <a:off x="604684" y="3047365"/>
            <a:ext cx="589936" cy="464461"/>
          </a:xfrm>
          <a:prstGeom prst="roundRect">
            <a:avLst>
              <a:gd name="adj" fmla="val 14550"/>
            </a:avLst>
          </a:prstGeom>
          <a:solidFill>
            <a:srgbClr val="01AB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43AB71D-1062-5DB2-4160-375F08A8502F}"/>
              </a:ext>
            </a:extLst>
          </p:cNvPr>
          <p:cNvSpPr/>
          <p:nvPr/>
        </p:nvSpPr>
        <p:spPr>
          <a:xfrm>
            <a:off x="604684" y="4213700"/>
            <a:ext cx="589936" cy="464461"/>
          </a:xfrm>
          <a:prstGeom prst="roundRect">
            <a:avLst>
              <a:gd name="adj" fmla="val 14550"/>
            </a:avLst>
          </a:prstGeom>
          <a:solidFill>
            <a:srgbClr val="01AB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2A28780-565D-8D6C-B5CD-8D482719CCCF}"/>
              </a:ext>
            </a:extLst>
          </p:cNvPr>
          <p:cNvSpPr/>
          <p:nvPr/>
        </p:nvSpPr>
        <p:spPr>
          <a:xfrm>
            <a:off x="604684" y="5221345"/>
            <a:ext cx="589936" cy="464461"/>
          </a:xfrm>
          <a:prstGeom prst="roundRect">
            <a:avLst>
              <a:gd name="adj" fmla="val 14550"/>
            </a:avLst>
          </a:prstGeom>
          <a:solidFill>
            <a:srgbClr val="01AB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B706881-5CE1-B572-90D4-B01EB51211FE}"/>
              </a:ext>
            </a:extLst>
          </p:cNvPr>
          <p:cNvSpPr/>
          <p:nvPr/>
        </p:nvSpPr>
        <p:spPr>
          <a:xfrm>
            <a:off x="6341806" y="5257986"/>
            <a:ext cx="589936" cy="464461"/>
          </a:xfrm>
          <a:prstGeom prst="roundRect">
            <a:avLst>
              <a:gd name="adj" fmla="val 14550"/>
            </a:avLst>
          </a:prstGeom>
          <a:solidFill>
            <a:srgbClr val="01AB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8964FA6-8184-69E2-754D-76E044D111D0}"/>
              </a:ext>
            </a:extLst>
          </p:cNvPr>
          <p:cNvSpPr/>
          <p:nvPr/>
        </p:nvSpPr>
        <p:spPr>
          <a:xfrm>
            <a:off x="6341806" y="4168280"/>
            <a:ext cx="589936" cy="464461"/>
          </a:xfrm>
          <a:prstGeom prst="roundRect">
            <a:avLst>
              <a:gd name="adj" fmla="val 14550"/>
            </a:avLst>
          </a:prstGeom>
          <a:solidFill>
            <a:srgbClr val="01AB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7D400BD-E94E-69C2-2258-AFD405FE5F11}"/>
              </a:ext>
            </a:extLst>
          </p:cNvPr>
          <p:cNvSpPr/>
          <p:nvPr/>
        </p:nvSpPr>
        <p:spPr>
          <a:xfrm>
            <a:off x="6341806" y="3078574"/>
            <a:ext cx="589936" cy="464461"/>
          </a:xfrm>
          <a:prstGeom prst="roundRect">
            <a:avLst>
              <a:gd name="adj" fmla="val 14550"/>
            </a:avLst>
          </a:prstGeom>
          <a:solidFill>
            <a:srgbClr val="01AB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42F6703-1D7B-8039-43FF-138A26F30FF8}"/>
              </a:ext>
            </a:extLst>
          </p:cNvPr>
          <p:cNvSpPr/>
          <p:nvPr/>
        </p:nvSpPr>
        <p:spPr>
          <a:xfrm>
            <a:off x="6331974" y="1989189"/>
            <a:ext cx="589936" cy="464461"/>
          </a:xfrm>
          <a:prstGeom prst="roundRect">
            <a:avLst>
              <a:gd name="adj" fmla="val 14550"/>
            </a:avLst>
          </a:prstGeom>
          <a:solidFill>
            <a:srgbClr val="01AB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D596A5-BDEA-C2C2-B8EC-68FD8D430944}"/>
              </a:ext>
            </a:extLst>
          </p:cNvPr>
          <p:cNvSpPr txBox="1"/>
          <p:nvPr/>
        </p:nvSpPr>
        <p:spPr>
          <a:xfrm>
            <a:off x="373624" y="6581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Hospital Management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77A9B4-C115-51CB-1603-0776191C4F15}"/>
              </a:ext>
            </a:extLst>
          </p:cNvPr>
          <p:cNvSpPr txBox="1"/>
          <p:nvPr/>
        </p:nvSpPr>
        <p:spPr>
          <a:xfrm rot="10800000">
            <a:off x="0" y="0"/>
            <a:ext cx="111760" cy="6858000"/>
          </a:xfrm>
          <a:prstGeom prst="rect">
            <a:avLst/>
          </a:prstGeom>
          <a:solidFill>
            <a:srgbClr val="01ABB2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078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4A14B4-9259-1883-B316-9B9EA92F1117}"/>
              </a:ext>
            </a:extLst>
          </p:cNvPr>
          <p:cNvSpPr/>
          <p:nvPr/>
        </p:nvSpPr>
        <p:spPr>
          <a:xfrm>
            <a:off x="521110" y="226142"/>
            <a:ext cx="1347019" cy="27530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SECTION 4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9E8743-BD96-8C4A-2E5E-9101A0BFE486}"/>
              </a:ext>
            </a:extLst>
          </p:cNvPr>
          <p:cNvSpPr txBox="1"/>
          <p:nvPr/>
        </p:nvSpPr>
        <p:spPr>
          <a:xfrm>
            <a:off x="403121" y="62034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3185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  Columns</a:t>
            </a:r>
            <a:endParaRPr lang="en-IN" sz="2000" b="1" dirty="0">
              <a:solidFill>
                <a:srgbClr val="31859C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1D8F28-C953-E831-DEF2-50B8E028B50E}"/>
              </a:ext>
            </a:extLst>
          </p:cNvPr>
          <p:cNvSpPr txBox="1"/>
          <p:nvPr/>
        </p:nvSpPr>
        <p:spPr>
          <a:xfrm>
            <a:off x="403121" y="1224738"/>
            <a:ext cx="80132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Added in the Analysis sheet next to the raw data , one value per patient row.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99312266-FA22-13F7-6D40-E791B2AB227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7957046"/>
              </p:ext>
            </p:extLst>
          </p:nvPr>
        </p:nvGraphicFramePr>
        <p:xfrm>
          <a:off x="405113" y="1724662"/>
          <a:ext cx="11021961" cy="3614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169">
                  <a:extLst>
                    <a:ext uri="{9D8B030D-6E8A-4147-A177-3AD203B41FA5}">
                      <a16:colId xmlns:a16="http://schemas.microsoft.com/office/drawing/2014/main" val="3691416959"/>
                    </a:ext>
                  </a:extLst>
                </a:gridCol>
                <a:gridCol w="3348597">
                  <a:extLst>
                    <a:ext uri="{9D8B030D-6E8A-4147-A177-3AD203B41FA5}">
                      <a16:colId xmlns:a16="http://schemas.microsoft.com/office/drawing/2014/main" val="4021368436"/>
                    </a:ext>
                  </a:extLst>
                </a:gridCol>
                <a:gridCol w="5771195">
                  <a:extLst>
                    <a:ext uri="{9D8B030D-6E8A-4147-A177-3AD203B41FA5}">
                      <a16:colId xmlns:a16="http://schemas.microsoft.com/office/drawing/2014/main" val="1771506165"/>
                    </a:ext>
                  </a:extLst>
                </a:gridCol>
              </a:tblGrid>
              <a:tr h="917694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Column</a:t>
                      </a:r>
                      <a:r>
                        <a:rPr lang="en-IN" dirty="0"/>
                        <a:t> </a:t>
                      </a:r>
                    </a:p>
                  </a:txBody>
                  <a:tcPr anchor="ctr">
                    <a:solidFill>
                      <a:srgbClr val="2159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Logic</a:t>
                      </a:r>
                    </a:p>
                  </a:txBody>
                  <a:tcPr anchor="ctr">
                    <a:solidFill>
                      <a:srgbClr val="2159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Purpose</a:t>
                      </a:r>
                      <a:endParaRPr lang="en-IN" dirty="0"/>
                    </a:p>
                  </a:txBody>
                  <a:tcPr anchor="ctr">
                    <a:solidFill>
                      <a:srgbClr val="215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885177"/>
                  </a:ext>
                </a:extLst>
              </a:tr>
              <a:tr h="6741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215968"/>
                          </a:solidFill>
                        </a:rPr>
                        <a:t>Length _of _Stay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Discharge_Date − Admission_Date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Days each patient stayed. Feeds the Avg Stay KPI and the stay charts.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578953"/>
                  </a:ext>
                </a:extLst>
              </a:tr>
              <a:tr h="6741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215968"/>
                          </a:solidFill>
                        </a:rPr>
                        <a:t>Month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Month name of Admission_Date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 label (Jan–Dec) for the monthly admission and revenue charts.</a:t>
                      </a:r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909972"/>
                  </a:ext>
                </a:extLst>
              </a:tr>
              <a:tr h="6741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215968"/>
                          </a:solidFill>
                        </a:rPr>
                        <a:t>Month_ 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Month number (1–12)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Keeps months in calendar order instead of A–Z order.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43444"/>
                  </a:ext>
                </a:extLst>
              </a:tr>
              <a:tr h="6741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215968"/>
                          </a:solidFill>
                        </a:rPr>
                        <a:t>Age_ Group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+mn-lt"/>
                          <a:ea typeface="Courier New" charset="0"/>
                          <a:cs typeface="Courier New" pitchFamily="34" charset="-120"/>
                        </a:rPr>
                        <a:t>Child ,  Young ,   Adult ,  Middle ,   Senior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Buckets patients into 5 age bands for the age charts.</a:t>
                      </a:r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0983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B36D1C2-4D02-E791-38A3-4D6721029853}"/>
              </a:ext>
            </a:extLst>
          </p:cNvPr>
          <p:cNvSpPr txBox="1"/>
          <p:nvPr/>
        </p:nvSpPr>
        <p:spPr>
          <a:xfrm>
            <a:off x="521108" y="5750208"/>
            <a:ext cx="110219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chemeClr val="tx2">
                    <a:lumMod val="75000"/>
                  </a:schemeClr>
                </a:solidFill>
                <a:highlight>
                  <a:srgbClr val="F3F5F8"/>
                </a:highlight>
              </a:rPr>
              <a:t>Check: Length_ of_ Stay matches Discharge − Admission on all 10,000 rows (0 differences).</a:t>
            </a:r>
            <a:endParaRPr lang="en-US" sz="1400" dirty="0">
              <a:solidFill>
                <a:schemeClr val="tx2">
                  <a:lumMod val="75000"/>
                </a:schemeClr>
              </a:solidFill>
              <a:highlight>
                <a:srgbClr val="F3F5F8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B945AF-D947-186B-327D-465525224B68}"/>
              </a:ext>
            </a:extLst>
          </p:cNvPr>
          <p:cNvSpPr txBox="1"/>
          <p:nvPr/>
        </p:nvSpPr>
        <p:spPr>
          <a:xfrm>
            <a:off x="294968" y="6581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Hospital Management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50D919-A739-5468-C4C4-BC1E3CB820A1}"/>
              </a:ext>
            </a:extLst>
          </p:cNvPr>
          <p:cNvSpPr txBox="1"/>
          <p:nvPr/>
        </p:nvSpPr>
        <p:spPr>
          <a:xfrm rot="10800000">
            <a:off x="-2" y="-1"/>
            <a:ext cx="121922" cy="6858000"/>
          </a:xfrm>
          <a:prstGeom prst="rect">
            <a:avLst/>
          </a:prstGeom>
          <a:solidFill>
            <a:srgbClr val="01ABB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9935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4A84B35-A9C6-6AEE-7F63-5A8070BFAA1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60550744"/>
              </p:ext>
            </p:extLst>
          </p:nvPr>
        </p:nvGraphicFramePr>
        <p:xfrm>
          <a:off x="673510" y="1903505"/>
          <a:ext cx="10844980" cy="4327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245">
                  <a:extLst>
                    <a:ext uri="{9D8B030D-6E8A-4147-A177-3AD203B41FA5}">
                      <a16:colId xmlns:a16="http://schemas.microsoft.com/office/drawing/2014/main" val="914902033"/>
                    </a:ext>
                  </a:extLst>
                </a:gridCol>
                <a:gridCol w="2996380">
                  <a:extLst>
                    <a:ext uri="{9D8B030D-6E8A-4147-A177-3AD203B41FA5}">
                      <a16:colId xmlns:a16="http://schemas.microsoft.com/office/drawing/2014/main" val="2087457562"/>
                    </a:ext>
                  </a:extLst>
                </a:gridCol>
                <a:gridCol w="2084439">
                  <a:extLst>
                    <a:ext uri="{9D8B030D-6E8A-4147-A177-3AD203B41FA5}">
                      <a16:colId xmlns:a16="http://schemas.microsoft.com/office/drawing/2014/main" val="1984349357"/>
                    </a:ext>
                  </a:extLst>
                </a:gridCol>
                <a:gridCol w="3052916">
                  <a:extLst>
                    <a:ext uri="{9D8B030D-6E8A-4147-A177-3AD203B41FA5}">
                      <a16:colId xmlns:a16="http://schemas.microsoft.com/office/drawing/2014/main" val="3272463073"/>
                    </a:ext>
                  </a:extLst>
                </a:gridCol>
              </a:tblGrid>
              <a:tr h="59976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KPI</a:t>
                      </a:r>
                    </a:p>
                  </a:txBody>
                  <a:tcPr anchor="ctr">
                    <a:solidFill>
                      <a:srgbClr val="2159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Excel Formula</a:t>
                      </a:r>
                    </a:p>
                  </a:txBody>
                  <a:tcPr anchor="ctr">
                    <a:solidFill>
                      <a:srgbClr val="2159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Result</a:t>
                      </a:r>
                    </a:p>
                  </a:txBody>
                  <a:tcPr anchor="ctr">
                    <a:solidFill>
                      <a:srgbClr val="2159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Meaning</a:t>
                      </a:r>
                    </a:p>
                  </a:txBody>
                  <a:tcPr anchor="ctr">
                    <a:solidFill>
                      <a:srgbClr val="215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133049"/>
                  </a:ext>
                </a:extLst>
              </a:tr>
              <a:tr h="6177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Total Patients</a:t>
                      </a:r>
                      <a:endParaRPr lang="en-US" sz="16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=COUNTA(A2:A10001)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10,000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Every admission is one row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168293"/>
                  </a:ext>
                </a:extLst>
              </a:tr>
              <a:tr h="6393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Total Revenue</a:t>
                      </a:r>
                      <a:endParaRPr lang="en-US" sz="16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=SUM(J2:J10001)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215,113,492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Sum of all bills</a:t>
                      </a:r>
                    </a:p>
                  </a:txBody>
                  <a:tcPr marL="73152" marR="73152" marT="0" marB="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408334"/>
                  </a:ext>
                </a:extLst>
              </a:tr>
              <a:tr h="6177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Average Billing</a:t>
                      </a:r>
                      <a:endParaRPr lang="en-US" sz="16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=AVERAGE(J2:J10001)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21,511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Typical bill per patient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268783"/>
                  </a:ext>
                </a:extLst>
              </a:tr>
              <a:tr h="6177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Average Age</a:t>
                      </a:r>
                      <a:endParaRPr lang="en-US" sz="16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=AVERAGE(C2:C10001)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43.3 yrs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Mid-point of the patient base</a:t>
                      </a:r>
                    </a:p>
                  </a:txBody>
                  <a:tcPr marL="73152" marR="73152" marT="0" marB="0" anchor="ctr"/>
                </a:tc>
                <a:extLst>
                  <a:ext uri="{0D108BD9-81ED-4DB2-BD59-A6C34878D82A}">
                    <a16:rowId xmlns:a16="http://schemas.microsoft.com/office/drawing/2014/main" val="2521057717"/>
                  </a:ext>
                </a:extLst>
              </a:tr>
              <a:tr h="6177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Average Length of Stay</a:t>
                      </a:r>
                      <a:endParaRPr lang="en-US" sz="16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=AVERAGE(K2:K10001)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4.37 days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Bed-days used per patient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215805"/>
                  </a:ext>
                </a:extLst>
              </a:tr>
              <a:tr h="6177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Emergency Cases</a:t>
                      </a:r>
                      <a:endParaRPr lang="en-US" sz="16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+mn-lt"/>
                          <a:ea typeface="Courier New" pitchFamily="34" charset="-122"/>
                          <a:cs typeface="Courier New" pitchFamily="34" charset="-120"/>
                        </a:rPr>
                        <a:t>=COUNTIF(I2:I10001,"Emergency")</a:t>
                      </a:r>
                      <a:endParaRPr lang="en-US" sz="1400" dirty="0">
                        <a:latin typeface="+mn-lt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3,002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Admissions through emergency</a:t>
                      </a:r>
                    </a:p>
                  </a:txBody>
                  <a:tcPr marL="73152" marR="73152" marT="0" marB="0" anchor="ctr"/>
                </a:tc>
                <a:extLst>
                  <a:ext uri="{0D108BD9-81ED-4DB2-BD59-A6C34878D82A}">
                    <a16:rowId xmlns:a16="http://schemas.microsoft.com/office/drawing/2014/main" val="3218838880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3D64F8-6AF7-4201-C791-F75D6EA43B5F}"/>
              </a:ext>
            </a:extLst>
          </p:cNvPr>
          <p:cNvSpPr/>
          <p:nvPr/>
        </p:nvSpPr>
        <p:spPr>
          <a:xfrm>
            <a:off x="673510" y="260554"/>
            <a:ext cx="1376516" cy="26547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SECTION 5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424A3-D127-48CC-6A2D-646FE6FC0DF7}"/>
              </a:ext>
            </a:extLst>
          </p:cNvPr>
          <p:cNvSpPr txBox="1"/>
          <p:nvPr/>
        </p:nvSpPr>
        <p:spPr>
          <a:xfrm>
            <a:off x="589935" y="636372"/>
            <a:ext cx="27029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3185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Formulas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F051B-98D6-E94C-FED1-955CE3C81648}"/>
              </a:ext>
            </a:extLst>
          </p:cNvPr>
          <p:cNvSpPr txBox="1"/>
          <p:nvPr/>
        </p:nvSpPr>
        <p:spPr>
          <a:xfrm>
            <a:off x="589935" y="1223771"/>
            <a:ext cx="108449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Six formulas in the Analysis sheet feed the four KPI tiles on the Dashboard sheet and the summary tables behind the charts.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001A91-DF94-93E2-059E-8C5FBA18A489}"/>
              </a:ext>
            </a:extLst>
          </p:cNvPr>
          <p:cNvSpPr txBox="1"/>
          <p:nvPr/>
        </p:nvSpPr>
        <p:spPr>
          <a:xfrm>
            <a:off x="589935" y="659744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Hospital Management Dashboard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4244A7-EDB2-FAEA-F695-3464BBF7D993}"/>
              </a:ext>
            </a:extLst>
          </p:cNvPr>
          <p:cNvSpPr txBox="1"/>
          <p:nvPr/>
        </p:nvSpPr>
        <p:spPr>
          <a:xfrm rot="10800000">
            <a:off x="0" y="0"/>
            <a:ext cx="132080" cy="6858000"/>
          </a:xfrm>
          <a:prstGeom prst="rect">
            <a:avLst/>
          </a:prstGeom>
          <a:solidFill>
            <a:srgbClr val="01ABB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0933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E9C2495-4970-666E-6A05-1BAA07061A4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42779676"/>
              </p:ext>
            </p:extLst>
          </p:nvPr>
        </p:nvGraphicFramePr>
        <p:xfrm>
          <a:off x="422786" y="1317523"/>
          <a:ext cx="10835148" cy="4876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2912">
                  <a:extLst>
                    <a:ext uri="{9D8B030D-6E8A-4147-A177-3AD203B41FA5}">
                      <a16:colId xmlns:a16="http://schemas.microsoft.com/office/drawing/2014/main" val="1526275700"/>
                    </a:ext>
                  </a:extLst>
                </a:gridCol>
                <a:gridCol w="3626118">
                  <a:extLst>
                    <a:ext uri="{9D8B030D-6E8A-4147-A177-3AD203B41FA5}">
                      <a16:colId xmlns:a16="http://schemas.microsoft.com/office/drawing/2014/main" val="2455903290"/>
                    </a:ext>
                  </a:extLst>
                </a:gridCol>
                <a:gridCol w="3626118">
                  <a:extLst>
                    <a:ext uri="{9D8B030D-6E8A-4147-A177-3AD203B41FA5}">
                      <a16:colId xmlns:a16="http://schemas.microsoft.com/office/drawing/2014/main" val="1149438675"/>
                    </a:ext>
                  </a:extLst>
                </a:gridCol>
              </a:tblGrid>
              <a:tr h="2769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Chart Type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rgbClr val="2159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Fields Used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rgbClr val="2159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Question It Answers</a:t>
                      </a:r>
                      <a:endParaRPr lang="en-US" sz="1200" dirty="0"/>
                    </a:p>
                  </a:txBody>
                  <a:tcPr marL="73152" marR="73152" marT="0" marB="0" anchor="ctr">
                    <a:solidFill>
                      <a:srgbClr val="215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674896"/>
                  </a:ext>
                </a:extLst>
              </a:tr>
              <a:tr h="306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Line</a:t>
                      </a:r>
                      <a:endParaRPr lang="en-US" sz="14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Month × Patient count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Is admission volume steady across the year?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75971"/>
                  </a:ext>
                </a:extLst>
              </a:tr>
              <a:tr h="306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Donut</a:t>
                      </a:r>
                      <a:endParaRPr lang="en-US" sz="14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Admission_Type × Patient count</a:t>
                      </a: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How are patients admitted?</a:t>
                      </a:r>
                    </a:p>
                  </a:txBody>
                  <a:tcPr marL="73152" marR="73152" marT="0" marB="0" anchor="ctr"/>
                </a:tc>
                <a:extLst>
                  <a:ext uri="{0D108BD9-81ED-4DB2-BD59-A6C34878D82A}">
                    <a16:rowId xmlns:a16="http://schemas.microsoft.com/office/drawing/2014/main" val="400657948"/>
                  </a:ext>
                </a:extLst>
              </a:tr>
              <a:tr h="306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Pie</a:t>
                      </a:r>
                      <a:endParaRPr lang="en-US" sz="14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Gender × Patient count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What is the gender mix of patients?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68789"/>
                  </a:ext>
                </a:extLst>
              </a:tr>
              <a:tr h="306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Horizontal Bar</a:t>
                      </a:r>
                      <a:endParaRPr lang="en-US" sz="14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Department × Patient count</a:t>
                      </a: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Which departments treat the most patients?</a:t>
                      </a:r>
                    </a:p>
                  </a:txBody>
                  <a:tcPr marL="73152" marR="73152" marT="0" marB="0" anchor="ctr"/>
                </a:tc>
                <a:extLst>
                  <a:ext uri="{0D108BD9-81ED-4DB2-BD59-A6C34878D82A}">
                    <a16:rowId xmlns:a16="http://schemas.microsoft.com/office/drawing/2014/main" val="2726315943"/>
                  </a:ext>
                </a:extLst>
              </a:tr>
              <a:tr h="306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Column</a:t>
                      </a:r>
                      <a:endParaRPr lang="en-US" sz="14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Age_Group × Patient count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Which age groups use the hospital most?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256475"/>
                  </a:ext>
                </a:extLst>
              </a:tr>
              <a:tr h="306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Line</a:t>
                      </a:r>
                      <a:endParaRPr lang="en-US" sz="14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Month × Total Billing_Amount</a:t>
                      </a: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Is revenue steady month to month?</a:t>
                      </a:r>
                    </a:p>
                  </a:txBody>
                  <a:tcPr marL="73152" marR="73152" marT="0" marB="0" anchor="ctr"/>
                </a:tc>
                <a:extLst>
                  <a:ext uri="{0D108BD9-81ED-4DB2-BD59-A6C34878D82A}">
                    <a16:rowId xmlns:a16="http://schemas.microsoft.com/office/drawing/2014/main" val="2494481746"/>
                  </a:ext>
                </a:extLst>
              </a:tr>
              <a:tr h="306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Horizontal Bar</a:t>
                      </a:r>
                      <a:endParaRPr lang="en-US" sz="14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Treatment_Type × Total Billing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Which treatments earn the most revenue?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241210"/>
                  </a:ext>
                </a:extLst>
              </a:tr>
              <a:tr h="306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Pie</a:t>
                      </a:r>
                      <a:endParaRPr lang="en-US" sz="14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Gender × Total Billing</a:t>
                      </a: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How is revenue split by gender?</a:t>
                      </a:r>
                    </a:p>
                  </a:txBody>
                  <a:tcPr marL="73152" marR="73152" marT="0" marB="0" anchor="ctr"/>
                </a:tc>
                <a:extLst>
                  <a:ext uri="{0D108BD9-81ED-4DB2-BD59-A6C34878D82A}">
                    <a16:rowId xmlns:a16="http://schemas.microsoft.com/office/drawing/2014/main" val="2309390852"/>
                  </a:ext>
                </a:extLst>
              </a:tr>
              <a:tr h="306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Horizontal Bar</a:t>
                      </a:r>
                      <a:endParaRPr lang="en-US" sz="14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Department × Total Billing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Which departments earn the most revenue?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570782"/>
                  </a:ext>
                </a:extLst>
              </a:tr>
              <a:tr h="306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Column</a:t>
                      </a:r>
                      <a:endParaRPr lang="en-US" sz="14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Treatment_Type × Avg Billing</a:t>
                      </a: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Which treatments cost most per patient?</a:t>
                      </a:r>
                    </a:p>
                  </a:txBody>
                  <a:tcPr marL="73152" marR="73152" marT="0" marB="0" anchor="ctr"/>
                </a:tc>
                <a:extLst>
                  <a:ext uri="{0D108BD9-81ED-4DB2-BD59-A6C34878D82A}">
                    <a16:rowId xmlns:a16="http://schemas.microsoft.com/office/drawing/2014/main" val="1592723826"/>
                  </a:ext>
                </a:extLst>
              </a:tr>
              <a:tr h="306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Column</a:t>
                      </a:r>
                      <a:endParaRPr lang="en-US" sz="14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Age_Group × Avg Billing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Does the average bill change with age?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693379"/>
                  </a:ext>
                </a:extLst>
              </a:tr>
              <a:tr h="306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Column</a:t>
                      </a:r>
                      <a:endParaRPr lang="en-US" sz="14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Admission_Type × Avg Stay</a:t>
                      </a: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Do emergency patients stay longer?</a:t>
                      </a:r>
                    </a:p>
                  </a:txBody>
                  <a:tcPr marL="73152" marR="73152" marT="0" marB="0" anchor="ctr"/>
                </a:tc>
                <a:extLst>
                  <a:ext uri="{0D108BD9-81ED-4DB2-BD59-A6C34878D82A}">
                    <a16:rowId xmlns:a16="http://schemas.microsoft.com/office/drawing/2014/main" val="1488562116"/>
                  </a:ext>
                </a:extLst>
              </a:tr>
              <a:tr h="306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Donut</a:t>
                      </a:r>
                      <a:endParaRPr lang="en-US" sz="14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Treatment_Type × Patient count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How is patient volume split by treatment?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089816"/>
                  </a:ext>
                </a:extLst>
              </a:tr>
              <a:tr h="306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Horizontal Bar</a:t>
                      </a:r>
                      <a:endParaRPr lang="en-US" sz="14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Department × Avg Length_of_Stay</a:t>
                      </a:r>
                    </a:p>
                  </a:txBody>
                  <a:tcPr marL="73152" marR="73152" marT="0" marB="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Which departments keep patients longest?</a:t>
                      </a:r>
                    </a:p>
                  </a:txBody>
                  <a:tcPr marL="73152" marR="73152" marT="0" marB="0" anchor="ctr"/>
                </a:tc>
                <a:extLst>
                  <a:ext uri="{0D108BD9-81ED-4DB2-BD59-A6C34878D82A}">
                    <a16:rowId xmlns:a16="http://schemas.microsoft.com/office/drawing/2014/main" val="4149929796"/>
                  </a:ext>
                </a:extLst>
              </a:tr>
              <a:tr h="306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Horizontal Bar</a:t>
                      </a:r>
                      <a:endParaRPr lang="en-US" sz="14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Department × Avg Billing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Which departments bill most per patient?</a:t>
                      </a:r>
                    </a:p>
                  </a:txBody>
                  <a:tcPr marL="73152" marR="73152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918732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8A3669-2795-F804-11F3-DA34D93999DB}"/>
              </a:ext>
            </a:extLst>
          </p:cNvPr>
          <p:cNvSpPr/>
          <p:nvPr/>
        </p:nvSpPr>
        <p:spPr>
          <a:xfrm>
            <a:off x="570271" y="143954"/>
            <a:ext cx="1179871" cy="22337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SECTION 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755C7-87E3-175E-9BA0-82C8B230F299}"/>
              </a:ext>
            </a:extLst>
          </p:cNvPr>
          <p:cNvSpPr txBox="1"/>
          <p:nvPr/>
        </p:nvSpPr>
        <p:spPr>
          <a:xfrm>
            <a:off x="422786" y="397717"/>
            <a:ext cx="37513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3185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 Specifications</a:t>
            </a:r>
            <a:endParaRPr lang="en-IN" sz="2400" b="1" dirty="0">
              <a:solidFill>
                <a:srgbClr val="31859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96E625-21B2-2CC2-4540-B35FB8454BB7}"/>
              </a:ext>
            </a:extLst>
          </p:cNvPr>
          <p:cNvSpPr txBox="1"/>
          <p:nvPr/>
        </p:nvSpPr>
        <p:spPr>
          <a:xfrm>
            <a:off x="422786" y="913860"/>
            <a:ext cx="94094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Each of the 15 charts answers one clear question and sits on one of the three dashboard pages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A9EB9F-76FE-AC5C-59FD-A367B2F4A93B}"/>
              </a:ext>
            </a:extLst>
          </p:cNvPr>
          <p:cNvSpPr txBox="1"/>
          <p:nvPr/>
        </p:nvSpPr>
        <p:spPr>
          <a:xfrm>
            <a:off x="422786" y="6581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Hospital Management Dashboard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F0D322-2890-04DD-AEF7-723A87D0143B}"/>
              </a:ext>
            </a:extLst>
          </p:cNvPr>
          <p:cNvSpPr txBox="1"/>
          <p:nvPr/>
        </p:nvSpPr>
        <p:spPr>
          <a:xfrm>
            <a:off x="422786" y="6300809"/>
            <a:ext cx="84139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chemeClr val="tx2">
                    <a:lumMod val="75000"/>
                  </a:schemeClr>
                </a:solidFill>
                <a:highlight>
                  <a:srgbClr val="F3F5F8"/>
                </a:highlight>
              </a:rPr>
              <a:t>10 of the 15 charts are in the Excel Dashboard sheet; 5 extra views (gender revenue, billing ×3, stay by admission) use Hospital_ Data.</a:t>
            </a:r>
            <a:endParaRPr lang="en-US" sz="1100" dirty="0">
              <a:solidFill>
                <a:schemeClr val="tx2">
                  <a:lumMod val="75000"/>
                </a:schemeClr>
              </a:solidFill>
              <a:highlight>
                <a:srgbClr val="F3F5F8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FA7AC5-9D1F-D184-C052-2891EF26C711}"/>
              </a:ext>
            </a:extLst>
          </p:cNvPr>
          <p:cNvSpPr txBox="1"/>
          <p:nvPr/>
        </p:nvSpPr>
        <p:spPr>
          <a:xfrm rot="10800000">
            <a:off x="-2" y="0"/>
            <a:ext cx="101602" cy="6858000"/>
          </a:xfrm>
          <a:prstGeom prst="rect">
            <a:avLst/>
          </a:prstGeom>
          <a:solidFill>
            <a:srgbClr val="01ABB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986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1A466BB-FF8C-13B4-FB1E-F109DA7185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5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AB162F8-1390-EDD3-6F1E-8CC73AF17F4C}"/>
              </a:ext>
            </a:extLst>
          </p:cNvPr>
          <p:cNvGrpSpPr/>
          <p:nvPr/>
        </p:nvGrpSpPr>
        <p:grpSpPr>
          <a:xfrm>
            <a:off x="0" y="0"/>
            <a:ext cx="12192000" cy="6188298"/>
            <a:chOff x="0" y="0"/>
            <a:chExt cx="12192000" cy="618829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163AA75-5835-FA4A-CBF2-8242B9AF7B62}"/>
                </a:ext>
              </a:extLst>
            </p:cNvPr>
            <p:cNvGrpSpPr/>
            <p:nvPr/>
          </p:nvGrpSpPr>
          <p:grpSpPr>
            <a:xfrm>
              <a:off x="0" y="0"/>
              <a:ext cx="12192000" cy="781099"/>
              <a:chOff x="0" y="0"/>
              <a:chExt cx="12015092" cy="781099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441DE35-53D8-EF9F-125B-0CCDE117BF0D}"/>
                  </a:ext>
                </a:extLst>
              </p:cNvPr>
              <p:cNvGrpSpPr/>
              <p:nvPr/>
            </p:nvGrpSpPr>
            <p:grpSpPr>
              <a:xfrm>
                <a:off x="0" y="0"/>
                <a:ext cx="12015092" cy="781099"/>
                <a:chOff x="0" y="0"/>
                <a:chExt cx="11900752" cy="809985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1BF10CAB-8776-D242-55DD-A4EB2B05A04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900752" cy="809985"/>
                </a:xfrm>
                <a:prstGeom prst="rect">
                  <a:avLst/>
                </a:prstGeom>
                <a:solidFill>
                  <a:srgbClr val="21596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IN" sz="1100" dirty="0"/>
                    <a:t>                                       </a:t>
                  </a:r>
                </a:p>
                <a:p>
                  <a:pPr algn="l"/>
                  <a:r>
                    <a:rPr lang="en-IN" sz="1100" dirty="0"/>
                    <a:t>                                       </a:t>
                  </a:r>
                  <a:r>
                    <a:rPr lang="en-IN" sz="1100" dirty="0">
                      <a:solidFill>
                        <a:schemeClr val="bg2">
                          <a:lumMod val="90000"/>
                        </a:schemeClr>
                      </a:solidFill>
                    </a:rPr>
                    <a:t>HOSPITAL</a:t>
                  </a:r>
                  <a:r>
                    <a:rPr lang="en-IN" sz="1100" baseline="0" dirty="0">
                      <a:solidFill>
                        <a:schemeClr val="bg2">
                          <a:lumMod val="90000"/>
                        </a:schemeClr>
                      </a:solidFill>
                    </a:rPr>
                    <a:t> MANAGEMENT DASHBOARD</a:t>
                  </a:r>
                </a:p>
                <a:p>
                  <a:pPr algn="l"/>
                  <a:r>
                    <a:rPr lang="en-IN" sz="1100" baseline="0" dirty="0">
                      <a:solidFill>
                        <a:schemeClr val="bg2">
                          <a:lumMod val="90000"/>
                        </a:schemeClr>
                      </a:solidFill>
                    </a:rPr>
                    <a:t>                                       </a:t>
                  </a:r>
                  <a:r>
                    <a:rPr lang="en-IN" sz="1200" baseline="0" dirty="0">
                      <a:solidFill>
                        <a:schemeClr val="bg2">
                          <a:lumMod val="90000"/>
                        </a:schemeClr>
                      </a:solidFill>
                    </a:rPr>
                    <a:t> </a:t>
                  </a:r>
                  <a:r>
                    <a:rPr lang="en-IN" sz="2000" b="1" baseline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Patient Overview</a:t>
                  </a:r>
                  <a:endParaRPr lang="en-IN" sz="11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0ADF8384-345B-E37D-8D15-50D036237182}"/>
                    </a:ext>
                  </a:extLst>
                </p:cNvPr>
                <p:cNvSpPr/>
                <p:nvPr/>
              </p:nvSpPr>
              <p:spPr>
                <a:xfrm>
                  <a:off x="6260756" y="360406"/>
                  <a:ext cx="1616675" cy="308918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IN" sz="1200">
                      <a:solidFill>
                        <a:schemeClr val="tx1"/>
                      </a:solidFill>
                    </a:rPr>
                    <a:t>Patient Overview</a:t>
                  </a:r>
                  <a:endParaRPr lang="en-IN" sz="11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840424D4-AC12-3421-D0C3-6DCFF9289F61}"/>
                    </a:ext>
                  </a:extLst>
                </p:cNvPr>
                <p:cNvSpPr/>
                <p:nvPr/>
              </p:nvSpPr>
              <p:spPr>
                <a:xfrm>
                  <a:off x="8062783" y="350109"/>
                  <a:ext cx="1637271" cy="308918"/>
                </a:xfrm>
                <a:prstGeom prst="round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IN" sz="1200">
                      <a:solidFill>
                        <a:schemeClr val="bg1"/>
                      </a:solidFill>
                    </a:rPr>
                    <a:t>Revenue &amp; Billing</a:t>
                  </a:r>
                  <a:endParaRPr lang="en-IN" sz="11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D23C307A-7639-7A7C-95F9-4DB78353BD81}"/>
                    </a:ext>
                  </a:extLst>
                </p:cNvPr>
                <p:cNvSpPr/>
                <p:nvPr/>
              </p:nvSpPr>
              <p:spPr>
                <a:xfrm>
                  <a:off x="9885405" y="350107"/>
                  <a:ext cx="1575487" cy="298622"/>
                </a:xfrm>
                <a:prstGeom prst="round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IN" sz="1200"/>
                    <a:t>Care Operations</a:t>
                  </a:r>
                  <a:endParaRPr lang="en-IN" sz="1100"/>
                </a:p>
              </p:txBody>
            </p:sp>
          </p:grp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374959A-5100-D2C5-661C-7D3FDB975D97}"/>
                  </a:ext>
                </a:extLst>
              </p:cNvPr>
              <p:cNvSpPr/>
              <p:nvPr/>
            </p:nvSpPr>
            <p:spPr>
              <a:xfrm>
                <a:off x="676412" y="197922"/>
                <a:ext cx="498764" cy="47897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2400" b="1" dirty="0">
                    <a:solidFill>
                      <a:schemeClr val="tx1"/>
                    </a:solidFill>
                  </a:rPr>
                  <a:t>H</a:t>
                </a:r>
                <a:endParaRPr lang="en-IN" sz="1100" b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7835F75-CC7D-9D8E-1F84-1B79350D5EB4}"/>
                </a:ext>
              </a:extLst>
            </p:cNvPr>
            <p:cNvGrpSpPr/>
            <p:nvPr/>
          </p:nvGrpSpPr>
          <p:grpSpPr>
            <a:xfrm>
              <a:off x="456132" y="874814"/>
              <a:ext cx="2607684" cy="598831"/>
              <a:chOff x="0" y="0"/>
              <a:chExt cx="1973580" cy="617220"/>
            </a:xfrm>
            <a:solidFill>
              <a:srgbClr val="215968"/>
            </a:solidFill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47DDA954-0A93-2F7C-6831-AF1471A646DB}"/>
                  </a:ext>
                </a:extLst>
              </p:cNvPr>
              <p:cNvSpPr/>
              <p:nvPr/>
            </p:nvSpPr>
            <p:spPr>
              <a:xfrm>
                <a:off x="0" y="0"/>
                <a:ext cx="1973580" cy="61722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100" dirty="0">
                    <a:solidFill>
                      <a:schemeClr val="bg2"/>
                    </a:solidFill>
                  </a:rPr>
                  <a:t>TOTAL</a:t>
                </a:r>
                <a:r>
                  <a:rPr lang="en-IN" sz="1100" baseline="0" dirty="0">
                    <a:solidFill>
                      <a:schemeClr val="bg2"/>
                    </a:solidFill>
                  </a:rPr>
                  <a:t> PATIENTS</a:t>
                </a:r>
                <a:endParaRPr lang="en-IN" sz="11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DD18217-EF71-4EA6-3E98-6FE577F61376}"/>
                  </a:ext>
                </a:extLst>
              </p:cNvPr>
              <p:cNvSpPr/>
              <p:nvPr/>
            </p:nvSpPr>
            <p:spPr>
              <a:xfrm>
                <a:off x="381000" y="281940"/>
                <a:ext cx="1165860" cy="24384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fld id="{8AAAEE00-A102-4088-879C-A2C96FD4D8A7}" type="TxLink">
                  <a:rPr lang="en-US" sz="1600" b="1" i="0" u="none" strike="noStrik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pPr algn="ctr"/>
                  <a:t>10000</a:t>
                </a:fld>
                <a:endParaRPr lang="en-IN" sz="1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8FCFDA6-102D-6761-B276-1E668CB9B3B0}"/>
                </a:ext>
              </a:extLst>
            </p:cNvPr>
            <p:cNvGrpSpPr/>
            <p:nvPr/>
          </p:nvGrpSpPr>
          <p:grpSpPr>
            <a:xfrm>
              <a:off x="3161385" y="879615"/>
              <a:ext cx="2691959" cy="598220"/>
              <a:chOff x="0" y="0"/>
              <a:chExt cx="1973580" cy="617220"/>
            </a:xfrm>
            <a:solidFill>
              <a:srgbClr val="215968"/>
            </a:solidFill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9646D836-ACE1-433C-8B9C-E1987D922237}"/>
                  </a:ext>
                </a:extLst>
              </p:cNvPr>
              <p:cNvSpPr/>
              <p:nvPr/>
            </p:nvSpPr>
            <p:spPr>
              <a:xfrm>
                <a:off x="0" y="0"/>
                <a:ext cx="1973580" cy="61722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100">
                    <a:solidFill>
                      <a:schemeClr val="bg2"/>
                    </a:solidFill>
                  </a:rPr>
                  <a:t>AVERAGE AGE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0FA3D32-586F-82EB-7F30-C135BDB27D77}"/>
                  </a:ext>
                </a:extLst>
              </p:cNvPr>
              <p:cNvSpPr/>
              <p:nvPr/>
            </p:nvSpPr>
            <p:spPr>
              <a:xfrm>
                <a:off x="434340" y="266700"/>
                <a:ext cx="1127760" cy="2667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/>
                <a:fld id="{D546A395-A523-4726-808E-BEAE5C3C0823}" type="TxLink">
                  <a:rPr lang="en-US" sz="1600" b="1" i="0" u="none" strike="noStrik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pPr marL="0" indent="0" algn="ctr"/>
                  <a:t>43.3</a:t>
                </a:fld>
                <a:endParaRPr lang="en-IN" sz="14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22307F5-EF89-7D08-F1C1-DD1A58260BDE}"/>
                </a:ext>
              </a:extLst>
            </p:cNvPr>
            <p:cNvGrpSpPr/>
            <p:nvPr/>
          </p:nvGrpSpPr>
          <p:grpSpPr>
            <a:xfrm>
              <a:off x="5950913" y="875425"/>
              <a:ext cx="2660544" cy="598220"/>
              <a:chOff x="0" y="0"/>
              <a:chExt cx="1973580" cy="617220"/>
            </a:xfrm>
            <a:solidFill>
              <a:srgbClr val="215968"/>
            </a:solidFill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9B86424C-1A64-4401-A3E6-642B3F11D2AB}"/>
                  </a:ext>
                </a:extLst>
              </p:cNvPr>
              <p:cNvSpPr/>
              <p:nvPr/>
            </p:nvSpPr>
            <p:spPr>
              <a:xfrm>
                <a:off x="0" y="0"/>
                <a:ext cx="1973580" cy="61722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/>
                <a:r>
                  <a:rPr lang="en-IN" sz="110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rPr>
                  <a:t>AVG LENGTH OF STAY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E990641-E94C-DBD8-2004-2474D05C1FF3}"/>
                  </a:ext>
                </a:extLst>
              </p:cNvPr>
              <p:cNvSpPr/>
              <p:nvPr/>
            </p:nvSpPr>
            <p:spPr>
              <a:xfrm>
                <a:off x="556260" y="266700"/>
                <a:ext cx="883920" cy="274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/>
                <a:fld id="{DD074511-4C5E-4C75-8F11-D1158FECDD7A}" type="TxLink">
                  <a:rPr lang="en-US" sz="1600" b="1" i="0" u="none" strike="noStrik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pPr marL="0" indent="0" algn="ctr"/>
                  <a:t>4.37</a:t>
                </a:fld>
                <a:endParaRPr lang="en-IN" sz="14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2B449AE-E36A-E0C4-43B4-D6835A0F7E8B}"/>
                </a:ext>
              </a:extLst>
            </p:cNvPr>
            <p:cNvGrpSpPr/>
            <p:nvPr/>
          </p:nvGrpSpPr>
          <p:grpSpPr>
            <a:xfrm>
              <a:off x="8740441" y="875425"/>
              <a:ext cx="2782635" cy="598220"/>
              <a:chOff x="0" y="0"/>
              <a:chExt cx="1794164" cy="617220"/>
            </a:xfrm>
            <a:solidFill>
              <a:srgbClr val="215968"/>
            </a:solidFill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6CA8CD4F-A4DD-4F87-8651-760C560159BF}"/>
                  </a:ext>
                </a:extLst>
              </p:cNvPr>
              <p:cNvSpPr/>
              <p:nvPr/>
            </p:nvSpPr>
            <p:spPr>
              <a:xfrm>
                <a:off x="0" y="0"/>
                <a:ext cx="1794164" cy="61722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100">
                    <a:solidFill>
                      <a:schemeClr val="bg2"/>
                    </a:solidFill>
                  </a:rPr>
                  <a:t>EMERGENCY CASES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8A7C8A3-8833-B639-718F-FC40FE6738BC}"/>
                  </a:ext>
                </a:extLst>
              </p:cNvPr>
              <p:cNvSpPr/>
              <p:nvPr/>
            </p:nvSpPr>
            <p:spPr>
              <a:xfrm>
                <a:off x="375112" y="304800"/>
                <a:ext cx="1135380" cy="2514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/>
                <a:fld id="{EAED2E7F-A58D-49FE-ABE9-93C71BC3CDDF}" type="TxLink">
                  <a:rPr lang="en-US" sz="1600" b="1" i="0" u="none" strike="noStrik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rPr>
                  <a:pPr marL="0" indent="0" algn="ctr"/>
                  <a:t>3002</a:t>
                </a:fld>
                <a:endParaRPr lang="en-IN" sz="14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aphicFrame>
          <p:nvGraphicFramePr>
            <p:cNvPr id="21" name="Chart 20">
              <a:extLst>
                <a:ext uri="{FF2B5EF4-FFF2-40B4-BE49-F238E27FC236}">
                  <a16:creationId xmlns:a16="http://schemas.microsoft.com/office/drawing/2014/main" id="{515A265F-EA8D-42E8-95B0-A31B4D85DEB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1448370"/>
                </p:ext>
              </p:extLst>
            </p:nvPr>
          </p:nvGraphicFramePr>
          <p:xfrm>
            <a:off x="398366" y="1567360"/>
            <a:ext cx="4085318" cy="197225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22" name="Chart 21">
              <a:extLst>
                <a:ext uri="{FF2B5EF4-FFF2-40B4-BE49-F238E27FC236}">
                  <a16:creationId xmlns:a16="http://schemas.microsoft.com/office/drawing/2014/main" id="{BDAC638C-A594-4BF9-ADBA-C46CD2E2000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61957566"/>
                </p:ext>
              </p:extLst>
            </p:nvPr>
          </p:nvGraphicFramePr>
          <p:xfrm>
            <a:off x="4544934" y="1567360"/>
            <a:ext cx="3464032" cy="197225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23" name="Chart 22">
              <a:extLst>
                <a:ext uri="{FF2B5EF4-FFF2-40B4-BE49-F238E27FC236}">
                  <a16:creationId xmlns:a16="http://schemas.microsoft.com/office/drawing/2014/main" id="{79957AB8-5BEF-422F-8AD3-E1E458B4FA8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58270010"/>
                </p:ext>
              </p:extLst>
            </p:nvPr>
          </p:nvGraphicFramePr>
          <p:xfrm>
            <a:off x="8070216" y="1567359"/>
            <a:ext cx="3831747" cy="197225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24" name="Chart 23">
              <a:extLst>
                <a:ext uri="{FF2B5EF4-FFF2-40B4-BE49-F238E27FC236}">
                  <a16:creationId xmlns:a16="http://schemas.microsoft.com/office/drawing/2014/main" id="{0337BB1F-F36F-4893-B7F1-5782C3B0D8F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37697073"/>
                </p:ext>
              </p:extLst>
            </p:nvPr>
          </p:nvGraphicFramePr>
          <p:xfrm>
            <a:off x="373223" y="3627410"/>
            <a:ext cx="5480121" cy="256088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aphicFrame>
          <p:nvGraphicFramePr>
            <p:cNvPr id="25" name="Chart 24">
              <a:extLst>
                <a:ext uri="{FF2B5EF4-FFF2-40B4-BE49-F238E27FC236}">
                  <a16:creationId xmlns:a16="http://schemas.microsoft.com/office/drawing/2014/main" id="{7F2E643F-C7ED-4114-B47F-BD8C278B420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79935125"/>
                </p:ext>
              </p:extLst>
            </p:nvPr>
          </p:nvGraphicFramePr>
          <p:xfrm>
            <a:off x="5950913" y="3627409"/>
            <a:ext cx="5867864" cy="256088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F7C2925-8E45-B853-087B-8B2105B9E320}"/>
              </a:ext>
            </a:extLst>
          </p:cNvPr>
          <p:cNvSpPr txBox="1"/>
          <p:nvPr/>
        </p:nvSpPr>
        <p:spPr>
          <a:xfrm>
            <a:off x="146709" y="6596390"/>
            <a:ext cx="29665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HOSPITAL MANAGEMENT DASHBOARD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842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2E18BDA-A17C-C994-4CEC-81B5CF4E8E85}"/>
              </a:ext>
            </a:extLst>
          </p:cNvPr>
          <p:cNvSpPr/>
          <p:nvPr/>
        </p:nvSpPr>
        <p:spPr>
          <a:xfrm flipH="1" flipV="1">
            <a:off x="0" y="-10048"/>
            <a:ext cx="12192000" cy="6858000"/>
          </a:xfrm>
          <a:prstGeom prst="rect">
            <a:avLst/>
          </a:prstGeom>
          <a:solidFill>
            <a:srgbClr val="F3F5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8361A4-632A-4826-1757-98AD3C82395E}"/>
              </a:ext>
            </a:extLst>
          </p:cNvPr>
          <p:cNvSpPr/>
          <p:nvPr/>
        </p:nvSpPr>
        <p:spPr>
          <a:xfrm>
            <a:off x="7233190" y="334325"/>
            <a:ext cx="1343025" cy="27622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/>
              <a:t>Patient</a:t>
            </a:r>
            <a:r>
              <a:rPr lang="en-IN" sz="1100" baseline="0" dirty="0"/>
              <a:t> Overview</a:t>
            </a:r>
          </a:p>
          <a:p>
            <a:pPr algn="l"/>
            <a:endParaRPr lang="en-IN" sz="11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4D573E-C59C-4049-A7E8-2C57B99FCB85}"/>
              </a:ext>
            </a:extLst>
          </p:cNvPr>
          <p:cNvSpPr/>
          <p:nvPr/>
        </p:nvSpPr>
        <p:spPr>
          <a:xfrm>
            <a:off x="8785400" y="324800"/>
            <a:ext cx="1333500" cy="25717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>
                <a:solidFill>
                  <a:schemeClr val="tx1"/>
                </a:solidFill>
              </a:rPr>
              <a:t>Revenue &amp; Billing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BA586C-BEC2-424A-83CB-77DE3E9B0EE1}"/>
              </a:ext>
            </a:extLst>
          </p:cNvPr>
          <p:cNvSpPr/>
          <p:nvPr/>
        </p:nvSpPr>
        <p:spPr>
          <a:xfrm>
            <a:off x="10328085" y="305750"/>
            <a:ext cx="1400175" cy="27622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/>
              <a:t>Care Operations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5F6FE3-9D25-8B85-8A01-BFE45D477B03}"/>
              </a:ext>
            </a:extLst>
          </p:cNvPr>
          <p:cNvSpPr/>
          <p:nvPr/>
        </p:nvSpPr>
        <p:spPr>
          <a:xfrm>
            <a:off x="570538" y="241456"/>
            <a:ext cx="480060" cy="404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000" b="1" dirty="0">
                <a:solidFill>
                  <a:schemeClr val="tx1"/>
                </a:solidFill>
              </a:rPr>
              <a:t>H</a:t>
            </a:r>
            <a:endParaRPr lang="en-IN" sz="1100" b="1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1E91FB-8680-9BE0-F746-232AA189B9A5}"/>
              </a:ext>
            </a:extLst>
          </p:cNvPr>
          <p:cNvSpPr txBox="1"/>
          <p:nvPr/>
        </p:nvSpPr>
        <p:spPr>
          <a:xfrm>
            <a:off x="137410" y="6613918"/>
            <a:ext cx="60993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HOSPITAL MANAGEMENT DASHBOARD</a:t>
            </a:r>
            <a:endParaRPr lang="en-I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28F5092-4EF5-6CB6-B268-8DD921835E7D}"/>
              </a:ext>
            </a:extLst>
          </p:cNvPr>
          <p:cNvGrpSpPr/>
          <p:nvPr/>
        </p:nvGrpSpPr>
        <p:grpSpPr>
          <a:xfrm>
            <a:off x="-1" y="0"/>
            <a:ext cx="12192001" cy="6523675"/>
            <a:chOff x="-1" y="0"/>
            <a:chExt cx="12192001" cy="652367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CA4FCCB-5B58-C964-6FA1-CF79B462BD36}"/>
                </a:ext>
              </a:extLst>
            </p:cNvPr>
            <p:cNvGrpSpPr/>
            <p:nvPr/>
          </p:nvGrpSpPr>
          <p:grpSpPr>
            <a:xfrm>
              <a:off x="-1" y="0"/>
              <a:ext cx="12192001" cy="6523675"/>
              <a:chOff x="-1" y="0"/>
              <a:chExt cx="12192001" cy="6523675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2B9CC58-56FD-6E61-CCD2-5025EF8E1A1D}"/>
                  </a:ext>
                </a:extLst>
              </p:cNvPr>
              <p:cNvSpPr/>
              <p:nvPr/>
            </p:nvSpPr>
            <p:spPr>
              <a:xfrm>
                <a:off x="-1" y="0"/>
                <a:ext cx="12192001" cy="803868"/>
              </a:xfrm>
              <a:prstGeom prst="rect">
                <a:avLst/>
              </a:prstGeom>
              <a:solidFill>
                <a:srgbClr val="215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en-IN" sz="1050" dirty="0"/>
              </a:p>
              <a:p>
                <a:pPr algn="l"/>
                <a:r>
                  <a:rPr lang="en-IN" sz="1050" dirty="0"/>
                  <a:t>                                    </a:t>
                </a:r>
                <a:r>
                  <a:rPr lang="en-IN" dirty="0">
                    <a:solidFill>
                      <a:schemeClr val="bg2">
                        <a:lumMod val="90000"/>
                      </a:schemeClr>
                    </a:solidFill>
                  </a:rPr>
                  <a:t>HOSPITAL</a:t>
                </a:r>
                <a:r>
                  <a:rPr lang="en-IN" baseline="0" dirty="0">
                    <a:solidFill>
                      <a:schemeClr val="bg2">
                        <a:lumMod val="90000"/>
                      </a:schemeClr>
                    </a:solidFill>
                  </a:rPr>
                  <a:t> MANAGEMENT DASHBOARD</a:t>
                </a:r>
                <a:endParaRPr lang="en-IN" sz="1050" baseline="0" dirty="0">
                  <a:solidFill>
                    <a:schemeClr val="bg2">
                      <a:lumMod val="90000"/>
                    </a:schemeClr>
                  </a:solidFill>
                </a:endParaRPr>
              </a:p>
              <a:p>
                <a:pPr algn="l"/>
                <a:r>
                  <a:rPr lang="en-IN" sz="1050" baseline="0" dirty="0">
                    <a:solidFill>
                      <a:schemeClr val="bg2">
                        <a:lumMod val="90000"/>
                      </a:schemeClr>
                    </a:solidFill>
                  </a:rPr>
                  <a:t>                               </a:t>
                </a:r>
                <a:r>
                  <a:rPr lang="en-IN" sz="1200" baseline="0" dirty="0">
                    <a:solidFill>
                      <a:schemeClr val="bg2">
                        <a:lumMod val="90000"/>
                      </a:schemeClr>
                    </a:solidFill>
                  </a:rPr>
                  <a:t>  </a:t>
                </a:r>
                <a:r>
                  <a:rPr lang="en-IN" sz="1600" b="1" baseline="0" dirty="0">
                    <a:solidFill>
                      <a:schemeClr val="bg1"/>
                    </a:solidFill>
                  </a:rPr>
                  <a:t> </a:t>
                </a:r>
                <a:r>
                  <a:rPr lang="en-IN" sz="1600" b="1" baseline="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baseline="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Revenue &amp; Billing</a:t>
                </a:r>
                <a:endParaRPr lang="en-IN" sz="1400" b="1" baseline="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IN" sz="105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6C7A083-A6C0-E76E-BF92-3634A6D581A6}"/>
                  </a:ext>
                </a:extLst>
              </p:cNvPr>
              <p:cNvGrpSpPr/>
              <p:nvPr/>
            </p:nvGrpSpPr>
            <p:grpSpPr>
              <a:xfrm>
                <a:off x="531514" y="971448"/>
                <a:ext cx="2655570" cy="529590"/>
                <a:chOff x="0" y="0"/>
                <a:chExt cx="2171700" cy="533400"/>
              </a:xfrm>
              <a:solidFill>
                <a:srgbClr val="215968"/>
              </a:solidFill>
            </p:grpSpPr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EB846E8C-9E63-B952-6C0A-F2F7C2D820E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171700" cy="5334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IN" sz="1100">
                      <a:solidFill>
                        <a:schemeClr val="bg2">
                          <a:lumMod val="90000"/>
                        </a:schemeClr>
                      </a:solidFill>
                    </a:rPr>
                    <a:t>TOTAL BILLING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AB8D5AF-4DE4-0DB1-A7D6-E841D854EEE4}"/>
                    </a:ext>
                  </a:extLst>
                </p:cNvPr>
                <p:cNvSpPr/>
                <p:nvPr/>
              </p:nvSpPr>
              <p:spPr>
                <a:xfrm>
                  <a:off x="495300" y="259080"/>
                  <a:ext cx="1089660" cy="2133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fld id="{2D6F167C-A0C5-4A5A-8454-EB10D8849EEF}" type="TxLink">
                    <a:rPr lang="en-US" sz="1400" b="1" i="0" u="none" strike="noStrike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rPr>
                    <a:pPr algn="ctr"/>
                    <a:t>215113492</a:t>
                  </a:fld>
                  <a:endParaRPr lang="en-IN" sz="12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D82B0A7E-F92D-E8C1-0C5B-0BF66F12292F}"/>
                  </a:ext>
                </a:extLst>
              </p:cNvPr>
              <p:cNvGrpSpPr/>
              <p:nvPr/>
            </p:nvGrpSpPr>
            <p:grpSpPr>
              <a:xfrm>
                <a:off x="6134331" y="973353"/>
                <a:ext cx="2558415" cy="527685"/>
                <a:chOff x="0" y="0"/>
                <a:chExt cx="2194560" cy="533400"/>
              </a:xfrm>
              <a:solidFill>
                <a:srgbClr val="215968"/>
              </a:solidFill>
            </p:grpSpPr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9F51C038-2B22-44F1-A252-C82C1F2D26A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194560" cy="5334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IN" sz="1100">
                      <a:solidFill>
                        <a:schemeClr val="bg2">
                          <a:lumMod val="90000"/>
                        </a:schemeClr>
                      </a:solidFill>
                    </a:rPr>
                    <a:t>TOP TREATMENT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AA11856-717A-9C5B-EC52-8DC42BB81E6F}"/>
                    </a:ext>
                  </a:extLst>
                </p:cNvPr>
                <p:cNvSpPr/>
                <p:nvPr/>
              </p:nvSpPr>
              <p:spPr>
                <a:xfrm>
                  <a:off x="571500" y="236221"/>
                  <a:ext cx="1066800" cy="24383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fld id="{0793F30F-E82C-4AEC-9BB6-5E8CD265E69B}" type="TxLink">
                    <a:rPr lang="en-US" sz="1400" b="1" i="0" u="none" strike="noStrike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rPr>
                    <a:pPr algn="ctr"/>
                    <a:t>Surgery</a:t>
                  </a:fld>
                  <a:endParaRPr lang="en-IN" sz="12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1F1AF1B-200A-C4F4-69C4-D01C4662EF90}"/>
                  </a:ext>
                </a:extLst>
              </p:cNvPr>
              <p:cNvGrpSpPr/>
              <p:nvPr/>
            </p:nvGrpSpPr>
            <p:grpSpPr>
              <a:xfrm>
                <a:off x="8851920" y="973649"/>
                <a:ext cx="2775586" cy="527685"/>
                <a:chOff x="0" y="0"/>
                <a:chExt cx="2308860" cy="533400"/>
              </a:xfrm>
              <a:solidFill>
                <a:srgbClr val="215968"/>
              </a:solidFill>
            </p:grpSpPr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0AE8EC53-83F8-4CE3-9B7E-254365CE59D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08860" cy="5334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IN" sz="1100">
                      <a:solidFill>
                        <a:schemeClr val="bg2">
                          <a:lumMod val="90000"/>
                        </a:schemeClr>
                      </a:solidFill>
                    </a:rPr>
                    <a:t>TOP DEPARTMENT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3E9518DB-5757-89BD-2924-2224E73856AA}"/>
                    </a:ext>
                  </a:extLst>
                </p:cNvPr>
                <p:cNvSpPr/>
                <p:nvPr/>
              </p:nvSpPr>
              <p:spPr>
                <a:xfrm>
                  <a:off x="601980" y="243840"/>
                  <a:ext cx="1181100" cy="2286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fld id="{EBD37C46-F936-4BCC-90AA-85F32F3797FA}" type="TxLink">
                    <a:rPr lang="en-US" sz="1400" b="1" i="0" u="none" strike="noStrike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rPr>
                    <a:pPr algn="ctr"/>
                    <a:t>Oncology</a:t>
                  </a:fld>
                  <a:endParaRPr lang="en-IN" sz="1200" b="1" dirty="0">
                    <a:solidFill>
                      <a:schemeClr val="bg1"/>
                    </a:solidFill>
                  </a:endParaRPr>
                </a:p>
              </p:txBody>
            </p:sp>
          </p:grpSp>
          <p:graphicFrame>
            <p:nvGraphicFramePr>
              <p:cNvPr id="24" name="Chart 23">
                <a:extLst>
                  <a:ext uri="{FF2B5EF4-FFF2-40B4-BE49-F238E27FC236}">
                    <a16:creationId xmlns:a16="http://schemas.microsoft.com/office/drawing/2014/main" id="{9514612F-2F34-49E4-A1D8-9AD296F2A2A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89900106"/>
                  </p:ext>
                </p:extLst>
              </p:nvPr>
            </p:nvGraphicFramePr>
            <p:xfrm>
              <a:off x="570538" y="1667480"/>
              <a:ext cx="3714750" cy="23241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graphicFrame>
            <p:nvGraphicFramePr>
              <p:cNvPr id="25" name="Chart 24">
                <a:extLst>
                  <a:ext uri="{FF2B5EF4-FFF2-40B4-BE49-F238E27FC236}">
                    <a16:creationId xmlns:a16="http://schemas.microsoft.com/office/drawing/2014/main" id="{2FA3CF30-BD60-4956-80EA-3A6359A9D21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12396076"/>
                  </p:ext>
                </p:extLst>
              </p:nvPr>
            </p:nvGraphicFramePr>
            <p:xfrm>
              <a:off x="4371032" y="1667480"/>
              <a:ext cx="3941443" cy="23241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graphicFrame>
            <p:nvGraphicFramePr>
              <p:cNvPr id="26" name="Chart 25">
                <a:extLst>
                  <a:ext uri="{FF2B5EF4-FFF2-40B4-BE49-F238E27FC236}">
                    <a16:creationId xmlns:a16="http://schemas.microsoft.com/office/drawing/2014/main" id="{10D3C102-A0D3-45E4-BAB2-EBF41AE5AD0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000762861"/>
                  </p:ext>
                </p:extLst>
              </p:nvPr>
            </p:nvGraphicFramePr>
            <p:xfrm>
              <a:off x="8398220" y="1667481"/>
              <a:ext cx="3430418" cy="23241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graphicFrame>
            <p:nvGraphicFramePr>
              <p:cNvPr id="27" name="Chart 26">
                <a:extLst>
                  <a:ext uri="{FF2B5EF4-FFF2-40B4-BE49-F238E27FC236}">
                    <a16:creationId xmlns:a16="http://schemas.microsoft.com/office/drawing/2014/main" id="{7DE2DE75-FF35-4C98-9B5E-772206FE8D0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35170584"/>
                  </p:ext>
                </p:extLst>
              </p:nvPr>
            </p:nvGraphicFramePr>
            <p:xfrm>
              <a:off x="537046" y="4113850"/>
              <a:ext cx="5438111" cy="237779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6"/>
              </a:graphicData>
            </a:graphic>
          </p:graphicFrame>
          <p:graphicFrame>
            <p:nvGraphicFramePr>
              <p:cNvPr id="28" name="Chart 27">
                <a:extLst>
                  <a:ext uri="{FF2B5EF4-FFF2-40B4-BE49-F238E27FC236}">
                    <a16:creationId xmlns:a16="http://schemas.microsoft.com/office/drawing/2014/main" id="{9D3C91F6-5A53-4792-86EE-B4C5565FF9C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19026105"/>
                  </p:ext>
                </p:extLst>
              </p:nvPr>
            </p:nvGraphicFramePr>
            <p:xfrm>
              <a:off x="6093797" y="4113849"/>
              <a:ext cx="5705475" cy="2409826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7"/>
              </a:graphicData>
            </a:graphic>
          </p:graphicFrame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3968D4CE-0099-8D35-0429-0E8AFE38F2A8}"/>
                  </a:ext>
                </a:extLst>
              </p:cNvPr>
              <p:cNvGrpSpPr/>
              <p:nvPr/>
            </p:nvGrpSpPr>
            <p:grpSpPr>
              <a:xfrm>
                <a:off x="3346258" y="977939"/>
                <a:ext cx="2628899" cy="529590"/>
                <a:chOff x="0" y="0"/>
                <a:chExt cx="2194560" cy="533400"/>
              </a:xfrm>
              <a:solidFill>
                <a:srgbClr val="215968"/>
              </a:solidFill>
            </p:grpSpPr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56CBAF31-A0A3-41F4-964E-6AF8A04CC29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194560" cy="5334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IN" sz="1100">
                      <a:solidFill>
                        <a:schemeClr val="bg2">
                          <a:lumMod val="90000"/>
                        </a:schemeClr>
                      </a:solidFill>
                    </a:rPr>
                    <a:t>AVERAGE BILLING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02BD967B-E1B6-5568-3C1E-6F316B780F27}"/>
                    </a:ext>
                  </a:extLst>
                </p:cNvPr>
                <p:cNvSpPr/>
                <p:nvPr/>
              </p:nvSpPr>
              <p:spPr>
                <a:xfrm>
                  <a:off x="617220" y="243840"/>
                  <a:ext cx="1043940" cy="2133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fld id="{E6123639-6FD2-4547-9168-470333C381E8}" type="TxLink">
                    <a:rPr lang="en-US" sz="1400" b="1" i="0" u="none" strike="noStrike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rPr>
                    <a:pPr algn="ctr"/>
                    <a:t> 21,511 </a:t>
                  </a:fld>
                  <a:endParaRPr lang="en-IN" sz="12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9090C4A-1946-4B1F-9062-B16C6E679A63}"/>
                </a:ext>
              </a:extLst>
            </p:cNvPr>
            <p:cNvSpPr/>
            <p:nvPr/>
          </p:nvSpPr>
          <p:spPr>
            <a:xfrm>
              <a:off x="484575" y="231603"/>
              <a:ext cx="566023" cy="4245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2000" b="1">
                  <a:solidFill>
                    <a:schemeClr val="tx1"/>
                  </a:solidFill>
                </a:rPr>
                <a:t>H</a:t>
              </a:r>
              <a:endParaRPr lang="en-IN" sz="1100" b="1">
                <a:solidFill>
                  <a:schemeClr val="tx1"/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D8361A4-632A-4826-1757-98AD3C82395E}"/>
                </a:ext>
              </a:extLst>
            </p:cNvPr>
            <p:cNvSpPr/>
            <p:nvPr/>
          </p:nvSpPr>
          <p:spPr>
            <a:xfrm>
              <a:off x="6785232" y="358351"/>
              <a:ext cx="1648104" cy="27622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100"/>
                <a:t>Patient</a:t>
              </a:r>
              <a:r>
                <a:rPr lang="en-IN" sz="1100" baseline="0"/>
                <a:t> Overview</a:t>
              </a:r>
            </a:p>
            <a:p>
              <a:pPr algn="l"/>
              <a:endParaRPr lang="en-IN" sz="110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B4D573E-C59C-4049-A7E8-2C57B99FCB85}"/>
                </a:ext>
              </a:extLst>
            </p:cNvPr>
            <p:cNvSpPr/>
            <p:nvPr/>
          </p:nvSpPr>
          <p:spPr>
            <a:xfrm>
              <a:off x="8587077" y="367516"/>
              <a:ext cx="1636415" cy="25717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100">
                  <a:solidFill>
                    <a:schemeClr val="tx1"/>
                  </a:solidFill>
                </a:rPr>
                <a:t>Revenue &amp; Billing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3BA586C-BEC2-424A-83CB-77DE3E9B0EE1}"/>
                </a:ext>
              </a:extLst>
            </p:cNvPr>
            <p:cNvSpPr/>
            <p:nvPr/>
          </p:nvSpPr>
          <p:spPr>
            <a:xfrm>
              <a:off x="10356738" y="358349"/>
              <a:ext cx="1718236" cy="27622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100"/>
                <a:t>Care Operations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388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073A550-A02C-553F-70E9-1C68434EAACE}"/>
              </a:ext>
            </a:extLst>
          </p:cNvPr>
          <p:cNvSpPr/>
          <p:nvPr/>
        </p:nvSpPr>
        <p:spPr>
          <a:xfrm>
            <a:off x="0" y="10048"/>
            <a:ext cx="12184380" cy="6933363"/>
          </a:xfrm>
          <a:prstGeom prst="rect">
            <a:avLst/>
          </a:prstGeom>
          <a:solidFill>
            <a:srgbClr val="F3F5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090C4A-1946-4B1F-9062-B16C6E679A63}"/>
              </a:ext>
            </a:extLst>
          </p:cNvPr>
          <p:cNvSpPr/>
          <p:nvPr/>
        </p:nvSpPr>
        <p:spPr>
          <a:xfrm>
            <a:off x="844062" y="229446"/>
            <a:ext cx="540148" cy="4220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000" b="1" dirty="0">
                <a:solidFill>
                  <a:schemeClr val="tx1"/>
                </a:solidFill>
              </a:rPr>
              <a:t>H</a:t>
            </a:r>
            <a:endParaRPr lang="en-IN" sz="1100" b="1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0810C2-DCF3-58C5-3C77-254A8EC87975}"/>
              </a:ext>
            </a:extLst>
          </p:cNvPr>
          <p:cNvSpPr/>
          <p:nvPr/>
        </p:nvSpPr>
        <p:spPr>
          <a:xfrm>
            <a:off x="7317367" y="287923"/>
            <a:ext cx="1255059" cy="25997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/>
              <a:t>Patient Overview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7F54F5-7442-408A-A4C6-81E7A7BBD3A7}"/>
              </a:ext>
            </a:extLst>
          </p:cNvPr>
          <p:cNvSpPr/>
          <p:nvPr/>
        </p:nvSpPr>
        <p:spPr>
          <a:xfrm>
            <a:off x="8762556" y="289046"/>
            <a:ext cx="1308847" cy="2510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/>
              <a:t>Revenue &amp; Billing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58EED1-75A2-40BB-A51E-EA854B16E730}"/>
              </a:ext>
            </a:extLst>
          </p:cNvPr>
          <p:cNvSpPr/>
          <p:nvPr/>
        </p:nvSpPr>
        <p:spPr>
          <a:xfrm>
            <a:off x="10261534" y="284563"/>
            <a:ext cx="1138518" cy="25997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>
                <a:solidFill>
                  <a:schemeClr val="tx1"/>
                </a:solidFill>
              </a:rPr>
              <a:t>Care Operations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FD3E41-3CBC-23D4-12B3-C2D651BD6F06}"/>
              </a:ext>
            </a:extLst>
          </p:cNvPr>
          <p:cNvSpPr txBox="1"/>
          <p:nvPr/>
        </p:nvSpPr>
        <p:spPr>
          <a:xfrm>
            <a:off x="169481" y="6671753"/>
            <a:ext cx="60993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HOSPITAL MANAGEMENT DASHBOARD</a:t>
            </a:r>
            <a:endParaRPr lang="en-I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2A7A445-160B-EAD5-87A5-18C880C2DF28}"/>
              </a:ext>
            </a:extLst>
          </p:cNvPr>
          <p:cNvGrpSpPr/>
          <p:nvPr/>
        </p:nvGrpSpPr>
        <p:grpSpPr>
          <a:xfrm>
            <a:off x="7620" y="-3329"/>
            <a:ext cx="12184380" cy="6114488"/>
            <a:chOff x="7620" y="-3329"/>
            <a:chExt cx="12184380" cy="611448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9BD585C-BB90-0A3A-26BB-857986CC741B}"/>
                </a:ext>
              </a:extLst>
            </p:cNvPr>
            <p:cNvGrpSpPr/>
            <p:nvPr/>
          </p:nvGrpSpPr>
          <p:grpSpPr>
            <a:xfrm>
              <a:off x="7620" y="-3329"/>
              <a:ext cx="12184380" cy="6114488"/>
              <a:chOff x="7620" y="-3329"/>
              <a:chExt cx="12184380" cy="6114488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2A62A16-1327-4A08-0E7B-B6D7A7A80CDE}"/>
                  </a:ext>
                </a:extLst>
              </p:cNvPr>
              <p:cNvSpPr/>
              <p:nvPr/>
            </p:nvSpPr>
            <p:spPr>
              <a:xfrm>
                <a:off x="7620" y="-3329"/>
                <a:ext cx="12184380" cy="817245"/>
              </a:xfrm>
              <a:prstGeom prst="rect">
                <a:avLst/>
              </a:prstGeom>
              <a:solidFill>
                <a:srgbClr val="215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IN" sz="1100" dirty="0"/>
                  <a:t>                    </a:t>
                </a:r>
              </a:p>
              <a:p>
                <a:pPr algn="l"/>
                <a:r>
                  <a:rPr lang="en-IN" sz="1100" dirty="0"/>
                  <a:t>                                             </a:t>
                </a:r>
                <a:r>
                  <a:rPr lang="en-IN" sz="1100" dirty="0">
                    <a:solidFill>
                      <a:schemeClr val="bg2">
                        <a:lumMod val="90000"/>
                      </a:schemeClr>
                    </a:solidFill>
                  </a:rPr>
                  <a:t>HOSPITAL MANAGEMENT DASHBOARD</a:t>
                </a:r>
              </a:p>
              <a:p>
                <a:pPr algn="l"/>
                <a:r>
                  <a:rPr lang="en-IN" sz="1100" dirty="0">
                    <a:solidFill>
                      <a:schemeClr val="bg2">
                        <a:lumMod val="90000"/>
                      </a:schemeClr>
                    </a:solidFill>
                  </a:rPr>
                  <a:t>                                   </a:t>
                </a:r>
                <a:r>
                  <a:rPr lang="en-IN" sz="1200" dirty="0">
                    <a:solidFill>
                      <a:schemeClr val="bg2">
                        <a:lumMod val="9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en-IN" sz="2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Care</a:t>
                </a:r>
                <a:r>
                  <a:rPr lang="en-IN" sz="2000" b="1" baseline="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Operations</a:t>
                </a:r>
                <a:endParaRPr lang="en-IN" sz="1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4723E52-4C50-4B80-91B0-78E29C86D0F5}"/>
                  </a:ext>
                </a:extLst>
              </p:cNvPr>
              <p:cNvGrpSpPr/>
              <p:nvPr/>
            </p:nvGrpSpPr>
            <p:grpSpPr>
              <a:xfrm>
                <a:off x="610693" y="1009008"/>
                <a:ext cx="2659380" cy="625737"/>
                <a:chOff x="0" y="0"/>
                <a:chExt cx="2438400" cy="640080"/>
              </a:xfrm>
              <a:solidFill>
                <a:srgbClr val="215968"/>
              </a:solidFill>
            </p:grpSpPr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D3BBA8B8-7B80-4F8E-BDE4-D17743B64DF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438400" cy="64008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IN" sz="1100">
                      <a:solidFill>
                        <a:schemeClr val="bg2">
                          <a:lumMod val="90000"/>
                        </a:schemeClr>
                      </a:solidFill>
                    </a:rPr>
                    <a:t>TOTAL</a:t>
                  </a:r>
                  <a:r>
                    <a:rPr lang="en-IN" sz="1100" baseline="0">
                      <a:solidFill>
                        <a:schemeClr val="bg2">
                          <a:lumMod val="90000"/>
                        </a:schemeClr>
                      </a:solidFill>
                    </a:rPr>
                    <a:t> ADMISSION_TYPE</a:t>
                  </a:r>
                  <a:endParaRPr lang="en-IN" sz="1100">
                    <a:solidFill>
                      <a:schemeClr val="bg2">
                        <a:lumMod val="90000"/>
                      </a:schemeClr>
                    </a:solidFill>
                  </a:endParaRP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3C633B18-29C2-92E3-2A13-C2FC598E3EA0}"/>
                    </a:ext>
                  </a:extLst>
                </p:cNvPr>
                <p:cNvSpPr/>
                <p:nvPr/>
              </p:nvSpPr>
              <p:spPr>
                <a:xfrm>
                  <a:off x="548640" y="259080"/>
                  <a:ext cx="1386840" cy="2895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fld id="{BBAB60BD-6DF9-4584-A27C-932A7AA0C61C}" type="TxLink">
                    <a:rPr lang="en-US" sz="1800" b="1" i="0" u="none" strike="noStrike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rPr>
                    <a:pPr algn="ctr"/>
                    <a:t>3</a:t>
                  </a:fld>
                  <a:endParaRPr lang="en-IN" sz="16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46F66D8-AA0F-E5E3-7E57-314C420DA55B}"/>
                  </a:ext>
                </a:extLst>
              </p:cNvPr>
              <p:cNvGrpSpPr/>
              <p:nvPr/>
            </p:nvGrpSpPr>
            <p:grpSpPr>
              <a:xfrm>
                <a:off x="3458811" y="1009008"/>
                <a:ext cx="2621280" cy="625737"/>
                <a:chOff x="0" y="0"/>
                <a:chExt cx="2438400" cy="640080"/>
              </a:xfrm>
              <a:solidFill>
                <a:srgbClr val="215968"/>
              </a:solidFill>
            </p:grpSpPr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C4EFC0CC-1BBF-4355-855C-D55A9BD87E3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438400" cy="64008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IN" sz="1100">
                      <a:solidFill>
                        <a:schemeClr val="bg2">
                          <a:lumMod val="90000"/>
                        </a:schemeClr>
                      </a:solidFill>
                    </a:rPr>
                    <a:t>LONGEST DEPT STAY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5AB206F9-0B59-B480-BF8B-2446367AF662}"/>
                    </a:ext>
                  </a:extLst>
                </p:cNvPr>
                <p:cNvSpPr/>
                <p:nvPr/>
              </p:nvSpPr>
              <p:spPr>
                <a:xfrm>
                  <a:off x="594360" y="274320"/>
                  <a:ext cx="1249680" cy="27432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fld id="{202CC264-2AD2-413F-B387-43B9617D87EE}" type="TxLink">
                    <a:rPr lang="en-US" sz="1600" b="1" i="0" u="none" strike="noStrike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rPr>
                    <a:pPr algn="ctr"/>
                    <a:t>Pediatrics</a:t>
                  </a:fld>
                  <a:endParaRPr lang="en-IN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8A6EE04-7115-F9BF-CAFC-5D97BD7E98E2}"/>
                  </a:ext>
                </a:extLst>
              </p:cNvPr>
              <p:cNvGrpSpPr/>
              <p:nvPr/>
            </p:nvGrpSpPr>
            <p:grpSpPr>
              <a:xfrm>
                <a:off x="6268829" y="1009007"/>
                <a:ext cx="2743200" cy="625737"/>
                <a:chOff x="0" y="0"/>
                <a:chExt cx="2438400" cy="640080"/>
              </a:xfrm>
              <a:solidFill>
                <a:srgbClr val="215968"/>
              </a:solidFill>
            </p:grpSpPr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6955B810-4698-4C50-8424-B7D7CCE95EA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438400" cy="64008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IN" sz="1100">
                      <a:solidFill>
                        <a:schemeClr val="bg2">
                          <a:lumMod val="90000"/>
                        </a:schemeClr>
                      </a:solidFill>
                    </a:rPr>
                    <a:t>EMERGENCY SHARE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3DB67859-FF37-34CB-52D1-B80D6EE4FC41}"/>
                    </a:ext>
                  </a:extLst>
                </p:cNvPr>
                <p:cNvSpPr/>
                <p:nvPr/>
              </p:nvSpPr>
              <p:spPr>
                <a:xfrm>
                  <a:off x="662940" y="312420"/>
                  <a:ext cx="1203960" cy="2514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fld id="{5397239A-0585-436A-943C-B1B0EA7B31F7}" type="TxLink">
                    <a:rPr lang="en-US" sz="1600" b="1" i="0" u="none" strike="noStrike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rPr>
                    <a:pPr algn="ctr"/>
                    <a:t>30.02%</a:t>
                  </a:fld>
                  <a:endParaRPr lang="en-IN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96AFC27-D9B8-B899-DF83-B610CC3D4E6E}"/>
                  </a:ext>
                </a:extLst>
              </p:cNvPr>
              <p:cNvGrpSpPr/>
              <p:nvPr/>
            </p:nvGrpSpPr>
            <p:grpSpPr>
              <a:xfrm>
                <a:off x="9200767" y="1009007"/>
                <a:ext cx="2621280" cy="625737"/>
                <a:chOff x="0" y="0"/>
                <a:chExt cx="2438400" cy="640080"/>
              </a:xfrm>
              <a:solidFill>
                <a:srgbClr val="215968"/>
              </a:solidFill>
            </p:grpSpPr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18B280A7-F0DF-AB52-34E2-07A07C38A3C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438400" cy="64008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IN" sz="1100" dirty="0">
                      <a:solidFill>
                        <a:schemeClr val="bg2">
                          <a:lumMod val="90000"/>
                        </a:schemeClr>
                      </a:solidFill>
                    </a:rPr>
                    <a:t>TOTAL</a:t>
                  </a:r>
                  <a:r>
                    <a:rPr lang="en-IN" sz="1100" baseline="0" dirty="0">
                      <a:solidFill>
                        <a:schemeClr val="bg2">
                          <a:lumMod val="90000"/>
                        </a:schemeClr>
                      </a:solidFill>
                    </a:rPr>
                    <a:t> TREATMENT_TYPE</a:t>
                  </a:r>
                  <a:endParaRPr lang="en-IN" sz="1100" dirty="0">
                    <a:solidFill>
                      <a:schemeClr val="bg2">
                        <a:lumMod val="90000"/>
                      </a:schemeClr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E6CF47E-9575-E6C1-AF58-2D9676078045}"/>
                    </a:ext>
                  </a:extLst>
                </p:cNvPr>
                <p:cNvSpPr/>
                <p:nvPr/>
              </p:nvSpPr>
              <p:spPr>
                <a:xfrm>
                  <a:off x="734983" y="274320"/>
                  <a:ext cx="983673" cy="24384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fld id="{E9534B4F-6100-49E9-AB43-F8899BD836AE}" type="TxLink">
                    <a:rPr lang="en-US" sz="1600" b="1" i="0" u="none" strike="noStrike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rPr>
                    <a:pPr algn="ctr"/>
                    <a:t>5</a:t>
                  </a:fld>
                  <a:endParaRPr lang="en-IN" sz="1600" b="1" dirty="0">
                    <a:solidFill>
                      <a:schemeClr val="bg1"/>
                    </a:solidFill>
                  </a:endParaRPr>
                </a:p>
              </p:txBody>
            </p:sp>
          </p:grpSp>
          <p:graphicFrame>
            <p:nvGraphicFramePr>
              <p:cNvPr id="19" name="Chart 18">
                <a:extLst>
                  <a:ext uri="{FF2B5EF4-FFF2-40B4-BE49-F238E27FC236}">
                    <a16:creationId xmlns:a16="http://schemas.microsoft.com/office/drawing/2014/main" id="{09274540-F8A1-41E4-8B72-A4081D66C08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94956501"/>
                  </p:ext>
                </p:extLst>
              </p:nvPr>
            </p:nvGraphicFramePr>
            <p:xfrm>
              <a:off x="502901" y="1824359"/>
              <a:ext cx="3594847" cy="2071295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graphicFrame>
            <p:nvGraphicFramePr>
              <p:cNvPr id="21" name="Chart 20">
                <a:extLst>
                  <a:ext uri="{FF2B5EF4-FFF2-40B4-BE49-F238E27FC236}">
                    <a16:creationId xmlns:a16="http://schemas.microsoft.com/office/drawing/2014/main" id="{2DADAC61-6081-490B-9760-29BB3BC5C3F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15551584"/>
                  </p:ext>
                </p:extLst>
              </p:nvPr>
            </p:nvGraphicFramePr>
            <p:xfrm>
              <a:off x="4145933" y="1834182"/>
              <a:ext cx="3948321" cy="2051647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graphicFrame>
            <p:nvGraphicFramePr>
              <p:cNvPr id="22" name="Chart 21">
                <a:extLst>
                  <a:ext uri="{FF2B5EF4-FFF2-40B4-BE49-F238E27FC236}">
                    <a16:creationId xmlns:a16="http://schemas.microsoft.com/office/drawing/2014/main" id="{C7E84221-BBB9-4CB8-AAFF-D9759A9846B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63943763"/>
                  </p:ext>
                </p:extLst>
              </p:nvPr>
            </p:nvGraphicFramePr>
            <p:xfrm>
              <a:off x="8142439" y="1829835"/>
              <a:ext cx="3742065" cy="2055202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graphicFrame>
            <p:nvGraphicFramePr>
              <p:cNvPr id="24" name="Chart 23">
                <a:extLst>
                  <a:ext uri="{FF2B5EF4-FFF2-40B4-BE49-F238E27FC236}">
                    <a16:creationId xmlns:a16="http://schemas.microsoft.com/office/drawing/2014/main" id="{57E08E65-B92A-4326-B15E-5EF981E7133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33853744"/>
                  </p:ext>
                </p:extLst>
              </p:nvPr>
            </p:nvGraphicFramePr>
            <p:xfrm>
              <a:off x="502901" y="4004880"/>
              <a:ext cx="5529943" cy="210627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graphicFrame>
            <p:nvGraphicFramePr>
              <p:cNvPr id="25" name="Chart 24">
                <a:extLst>
                  <a:ext uri="{FF2B5EF4-FFF2-40B4-BE49-F238E27FC236}">
                    <a16:creationId xmlns:a16="http://schemas.microsoft.com/office/drawing/2014/main" id="{71118E30-3149-4032-AC35-2FFC91E739B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94521312"/>
                  </p:ext>
                </p:extLst>
              </p:nvPr>
            </p:nvGraphicFramePr>
            <p:xfrm>
              <a:off x="6093304" y="4004880"/>
              <a:ext cx="5791200" cy="2088776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6"/>
              </a:graphicData>
            </a:graphic>
          </p:graphicFrame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9090C4A-1946-4B1F-9062-B16C6E679A63}"/>
                </a:ext>
              </a:extLst>
            </p:cNvPr>
            <p:cNvSpPr/>
            <p:nvPr/>
          </p:nvSpPr>
          <p:spPr>
            <a:xfrm>
              <a:off x="844062" y="221834"/>
              <a:ext cx="566023" cy="4245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2000" b="1">
                  <a:solidFill>
                    <a:schemeClr val="tx1"/>
                  </a:solidFill>
                </a:rPr>
                <a:t>H</a:t>
              </a:r>
              <a:endParaRPr lang="en-IN" sz="1100" b="1">
                <a:solidFill>
                  <a:schemeClr val="tx1"/>
                </a:solidFill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10810C2-DCF3-58C5-3C77-254A8EC87975}"/>
                </a:ext>
              </a:extLst>
            </p:cNvPr>
            <p:cNvSpPr/>
            <p:nvPr/>
          </p:nvSpPr>
          <p:spPr>
            <a:xfrm>
              <a:off x="7031130" y="370936"/>
              <a:ext cx="1422973" cy="256477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100"/>
                <a:t>Patient Overview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87F54F5-7442-408A-A4C6-81E7A7BBD3A7}"/>
                </a:ext>
              </a:extLst>
            </p:cNvPr>
            <p:cNvSpPr/>
            <p:nvPr/>
          </p:nvSpPr>
          <p:spPr>
            <a:xfrm>
              <a:off x="8644234" y="377570"/>
              <a:ext cx="1483957" cy="247633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100"/>
                <a:t>Revenue &amp; Billing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3F58EED1-75A2-40BB-A51E-EA854B16E730}"/>
                </a:ext>
              </a:extLst>
            </p:cNvPr>
            <p:cNvSpPr/>
            <p:nvPr/>
          </p:nvSpPr>
          <p:spPr>
            <a:xfrm>
              <a:off x="10338089" y="373148"/>
              <a:ext cx="1471351" cy="25205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100">
                  <a:solidFill>
                    <a:schemeClr val="tx1"/>
                  </a:solidFill>
                </a:rPr>
                <a:t>Care Operations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2598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59190C9-7851-C57F-60F8-EF474C7DB47C}"/>
              </a:ext>
            </a:extLst>
          </p:cNvPr>
          <p:cNvSpPr/>
          <p:nvPr/>
        </p:nvSpPr>
        <p:spPr>
          <a:xfrm>
            <a:off x="491613" y="304800"/>
            <a:ext cx="1494503" cy="3048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SECTION B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60AA43-9056-638A-D720-6766C4D2E9ED}"/>
              </a:ext>
            </a:extLst>
          </p:cNvPr>
          <p:cNvSpPr txBox="1"/>
          <p:nvPr/>
        </p:nvSpPr>
        <p:spPr>
          <a:xfrm>
            <a:off x="412956" y="717755"/>
            <a:ext cx="2659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3185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IN" b="1" dirty="0">
              <a:solidFill>
                <a:srgbClr val="31859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4B535E-D4E5-8E8B-1FE2-5631F406144A}"/>
              </a:ext>
            </a:extLst>
          </p:cNvPr>
          <p:cNvSpPr/>
          <p:nvPr/>
        </p:nvSpPr>
        <p:spPr>
          <a:xfrm>
            <a:off x="309794" y="1707057"/>
            <a:ext cx="5525728" cy="2045108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           </a:t>
            </a:r>
            <a:r>
              <a:rPr lang="en-US" sz="2000" b="1" dirty="0">
                <a:solidFill>
                  <a:srgbClr val="215968"/>
                </a:solidFill>
              </a:rPr>
              <a:t>Surgery drives revenue, not volume</a:t>
            </a:r>
            <a:endParaRPr lang="en-US" sz="2000" dirty="0">
              <a:solidFill>
                <a:srgbClr val="215968"/>
              </a:solidFill>
            </a:endParaRPr>
          </a:p>
          <a:p>
            <a:r>
              <a:rPr lang="en-US" dirty="0">
                <a:solidFill>
                  <a:srgbClr val="215968"/>
                </a:solidFill>
              </a:rPr>
              <a:t>   </a:t>
            </a:r>
            <a:r>
              <a:rPr lang="en-US" dirty="0">
                <a:solidFill>
                  <a:schemeClr val="tx1"/>
                </a:solidFill>
              </a:rPr>
              <a:t>          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Surgery earns 101.6M (47.2% of billing) from 1,976  patients, about 20% of volume.  An average surgery bill is 51,426 versus 7,251 for medication.</a:t>
            </a:r>
          </a:p>
          <a:p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F14F94-9792-1D0A-FA9D-7CD2F6668161}"/>
              </a:ext>
            </a:extLst>
          </p:cNvPr>
          <p:cNvSpPr/>
          <p:nvPr/>
        </p:nvSpPr>
        <p:spPr>
          <a:xfrm>
            <a:off x="6253318" y="4095137"/>
            <a:ext cx="5525728" cy="2045108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          </a:t>
            </a:r>
            <a:r>
              <a:rPr lang="en-US" sz="2000" b="1" dirty="0">
                <a:solidFill>
                  <a:srgbClr val="215968"/>
                </a:solidFill>
              </a:rPr>
              <a:t>Emergencies and age shape capacity</a:t>
            </a:r>
            <a:endParaRPr lang="en-US" dirty="0">
              <a:solidFill>
                <a:srgbClr val="215968"/>
              </a:solidFill>
            </a:endParaRPr>
          </a:p>
          <a:p>
            <a:endParaRPr lang="en-US" dirty="0">
              <a:solidFill>
                <a:srgbClr val="215968"/>
              </a:solidFill>
            </a:endParaRP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30.0% of admissions are emergencies, and patients aged 60+ are the largest group at 30.4%. Pediatrics has the longest stay at 4.56 days.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C64CA9-83CC-D474-4821-2176BFEEC5D0}"/>
              </a:ext>
            </a:extLst>
          </p:cNvPr>
          <p:cNvSpPr/>
          <p:nvPr/>
        </p:nvSpPr>
        <p:spPr>
          <a:xfrm>
            <a:off x="412956" y="4095137"/>
            <a:ext cx="5525728" cy="2045108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          </a:t>
            </a:r>
            <a:r>
              <a:rPr lang="en-US" b="1" dirty="0">
                <a:solidFill>
                  <a:srgbClr val="215968"/>
                </a:solidFill>
              </a:rPr>
              <a:t> </a:t>
            </a:r>
            <a:r>
              <a:rPr lang="en-US" sz="2000" b="1" dirty="0">
                <a:solidFill>
                  <a:srgbClr val="215968"/>
                </a:solidFill>
              </a:rPr>
              <a:t>Volume and revenue rank differently</a:t>
            </a:r>
            <a:endParaRPr lang="en-US" dirty="0">
              <a:solidFill>
                <a:srgbClr val="215968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Oncology, Cardiology and Neurology bring in 45.6% of revenue. Gynecology treats the most patients (1,342) but ranks 5th in revenue (27.2M).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F5613A-1EF3-912C-1343-2D06C9DBE8BE}"/>
              </a:ext>
            </a:extLst>
          </p:cNvPr>
          <p:cNvSpPr/>
          <p:nvPr/>
        </p:nvSpPr>
        <p:spPr>
          <a:xfrm>
            <a:off x="6174659" y="1707057"/>
            <a:ext cx="5525728" cy="2045108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Monthly admissions stay between 767 (Feb) and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876 (Oct), and revenue between 15.8M and 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19.4M.No sharp seasonal swings to plan around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200EE9F7-DD49-A085-3D7A-97BCFDDC5CB5}"/>
              </a:ext>
            </a:extLst>
          </p:cNvPr>
          <p:cNvSpPr/>
          <p:nvPr/>
        </p:nvSpPr>
        <p:spPr>
          <a:xfrm>
            <a:off x="491613" y="2094271"/>
            <a:ext cx="452284" cy="439992"/>
          </a:xfrm>
          <a:prstGeom prst="flowChartConnector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A13F8DF1-1510-9561-8361-C1819A6001A7}"/>
              </a:ext>
            </a:extLst>
          </p:cNvPr>
          <p:cNvSpPr/>
          <p:nvPr/>
        </p:nvSpPr>
        <p:spPr>
          <a:xfrm>
            <a:off x="6410631" y="4336024"/>
            <a:ext cx="550607" cy="555523"/>
          </a:xfrm>
          <a:prstGeom prst="flowChartConnector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6BCFC4CC-8F3C-D822-B225-058003417FBA}"/>
              </a:ext>
            </a:extLst>
          </p:cNvPr>
          <p:cNvSpPr/>
          <p:nvPr/>
        </p:nvSpPr>
        <p:spPr>
          <a:xfrm>
            <a:off x="624347" y="4336024"/>
            <a:ext cx="506363" cy="442454"/>
          </a:xfrm>
          <a:prstGeom prst="flowChartConnector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5796214-D780-C67B-057D-4B61EB3762CE}"/>
              </a:ext>
            </a:extLst>
          </p:cNvPr>
          <p:cNvSpPr/>
          <p:nvPr/>
        </p:nvSpPr>
        <p:spPr>
          <a:xfrm>
            <a:off x="6398663" y="2094271"/>
            <a:ext cx="530943" cy="449824"/>
          </a:xfrm>
          <a:prstGeom prst="flowChartConnector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A912B56D-1E41-3FCF-4A3F-074620B3AB1E}"/>
              </a:ext>
            </a:extLst>
          </p:cNvPr>
          <p:cNvSpPr txBox="1"/>
          <p:nvPr/>
        </p:nvSpPr>
        <p:spPr>
          <a:xfrm>
            <a:off x="7081935" y="20205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5968"/>
                </a:solidFill>
              </a:rPr>
              <a:t>Demand is steady all year</a:t>
            </a:r>
            <a:endParaRPr lang="en-US" sz="2000" dirty="0">
              <a:solidFill>
                <a:srgbClr val="21596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095120-D23B-6A79-2FF5-B0A02FFE3E31}"/>
              </a:ext>
            </a:extLst>
          </p:cNvPr>
          <p:cNvSpPr txBox="1"/>
          <p:nvPr/>
        </p:nvSpPr>
        <p:spPr>
          <a:xfrm rot="10800000">
            <a:off x="-3" y="0"/>
            <a:ext cx="98324" cy="6858000"/>
          </a:xfrm>
          <a:prstGeom prst="rect">
            <a:avLst/>
          </a:prstGeom>
          <a:solidFill>
            <a:srgbClr val="01ABB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DB56D4-7301-1249-A0EE-CD06426AE6E6}"/>
              </a:ext>
            </a:extLst>
          </p:cNvPr>
          <p:cNvSpPr txBox="1"/>
          <p:nvPr/>
        </p:nvSpPr>
        <p:spPr>
          <a:xfrm>
            <a:off x="316561" y="6559518"/>
            <a:ext cx="6094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HOSPITAL MANAGEMENT DASHBOARD</a:t>
            </a:r>
            <a:endParaRPr lang="en-I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977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A726055-8B25-A266-CBB0-87D53DA99DDA}"/>
              </a:ext>
            </a:extLst>
          </p:cNvPr>
          <p:cNvSpPr/>
          <p:nvPr/>
        </p:nvSpPr>
        <p:spPr>
          <a:xfrm>
            <a:off x="-4854" y="-62006"/>
            <a:ext cx="12192000" cy="6920006"/>
          </a:xfrm>
          <a:prstGeom prst="rect">
            <a:avLst/>
          </a:prstGeom>
          <a:solidFill>
            <a:srgbClr val="21596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E3F5C8-6D67-727E-B85E-F31FF14C5844}"/>
              </a:ext>
            </a:extLst>
          </p:cNvPr>
          <p:cNvSpPr/>
          <p:nvPr/>
        </p:nvSpPr>
        <p:spPr>
          <a:xfrm>
            <a:off x="462116" y="285135"/>
            <a:ext cx="1897626" cy="42278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CONCULSION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68F9AB-EDFF-012D-87F1-40C4BC446ED9}"/>
              </a:ext>
            </a:extLst>
          </p:cNvPr>
          <p:cNvSpPr txBox="1"/>
          <p:nvPr/>
        </p:nvSpPr>
        <p:spPr>
          <a:xfrm>
            <a:off x="353961" y="894734"/>
            <a:ext cx="7369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10,000 Rows to a Clean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D6318-6C8D-9CA2-E7B3-64DEF6B775A5}"/>
              </a:ext>
            </a:extLst>
          </p:cNvPr>
          <p:cNvSpPr txBox="1"/>
          <p:nvPr/>
        </p:nvSpPr>
        <p:spPr>
          <a:xfrm>
            <a:off x="462116" y="1666321"/>
            <a:ext cx="7104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Checks on the patient data found it complete and consistent, so no rows were removed. Four calculated columns and six KPI formulas then feed 15 charts across three dashboard pages.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D26E4F-FE13-46BF-50FE-2F4910B83C3B}"/>
              </a:ext>
            </a:extLst>
          </p:cNvPr>
          <p:cNvSpPr txBox="1"/>
          <p:nvPr/>
        </p:nvSpPr>
        <p:spPr>
          <a:xfrm>
            <a:off x="391144" y="2966884"/>
            <a:ext cx="3647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Recommendations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B38CFA04-C338-7C73-04E9-D422B3D59D80}"/>
              </a:ext>
            </a:extLst>
          </p:cNvPr>
          <p:cNvSpPr/>
          <p:nvPr/>
        </p:nvSpPr>
        <p:spPr>
          <a:xfrm>
            <a:off x="391144" y="4250270"/>
            <a:ext cx="365940" cy="400110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ED7D31"/>
                </a:solidFill>
              </a:rPr>
              <a:t>✓</a:t>
            </a:r>
            <a:endParaRPr lang="en-IN" dirty="0">
              <a:solidFill>
                <a:srgbClr val="ED7D31"/>
              </a:solidFill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2317391F-2C64-0CDE-FC1A-A788FA183E4D}"/>
              </a:ext>
            </a:extLst>
          </p:cNvPr>
          <p:cNvSpPr/>
          <p:nvPr/>
        </p:nvSpPr>
        <p:spPr>
          <a:xfrm>
            <a:off x="371479" y="4991624"/>
            <a:ext cx="365940" cy="400110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ED7D31"/>
                </a:solidFill>
              </a:rPr>
              <a:t>✓</a:t>
            </a:r>
            <a:endParaRPr lang="en-IN" dirty="0">
              <a:solidFill>
                <a:srgbClr val="ED7D31"/>
              </a:solidFill>
            </a:endParaRP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FF385714-7F2D-B67C-D07A-DD3DE84F8C6C}"/>
              </a:ext>
            </a:extLst>
          </p:cNvPr>
          <p:cNvSpPr/>
          <p:nvPr/>
        </p:nvSpPr>
        <p:spPr>
          <a:xfrm>
            <a:off x="408662" y="5751141"/>
            <a:ext cx="365940" cy="400110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ED7D31"/>
                </a:solidFill>
              </a:rPr>
              <a:t>✓</a:t>
            </a:r>
            <a:endParaRPr lang="en-IN">
              <a:solidFill>
                <a:srgbClr val="ED7D31"/>
              </a:solidFill>
            </a:endParaRP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59AC8480-AD26-0692-0620-83C092988DE9}"/>
              </a:ext>
            </a:extLst>
          </p:cNvPr>
          <p:cNvSpPr/>
          <p:nvPr/>
        </p:nvSpPr>
        <p:spPr>
          <a:xfrm>
            <a:off x="345514" y="3622448"/>
            <a:ext cx="391905" cy="400110"/>
          </a:xfrm>
          <a:prstGeom prst="flowChartConnector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ED7D31"/>
                </a:solidFill>
              </a:rPr>
              <a:t>✓</a:t>
            </a:r>
            <a:endParaRPr lang="en-IN" dirty="0">
              <a:solidFill>
                <a:srgbClr val="ED7D3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2F1191-05DB-185F-0E15-21AFBC0F2217}"/>
              </a:ext>
            </a:extLst>
          </p:cNvPr>
          <p:cNvSpPr txBox="1"/>
          <p:nvPr/>
        </p:nvSpPr>
        <p:spPr>
          <a:xfrm>
            <a:off x="875070" y="3622448"/>
            <a:ext cx="6848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Protect surgical capacity and scheduling, the biggest revenue source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AECD68-8780-AC87-7872-A9B55296967D}"/>
              </a:ext>
            </a:extLst>
          </p:cNvPr>
          <p:cNvSpPr txBox="1"/>
          <p:nvPr/>
        </p:nvSpPr>
        <p:spPr>
          <a:xfrm>
            <a:off x="875070" y="4265659"/>
            <a:ext cx="7104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Plan beds and staff for 60+ patients and the 30% emergency share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505C1B-7B53-473B-D131-8BB2FC8D189B}"/>
              </a:ext>
            </a:extLst>
          </p:cNvPr>
          <p:cNvSpPr txBox="1"/>
          <p:nvPr/>
        </p:nvSpPr>
        <p:spPr>
          <a:xfrm>
            <a:off x="875070" y="5022402"/>
            <a:ext cx="736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Review Pediatrics length of stay, the longest at 4.56 days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140086-70FD-3274-5D7F-8B52E1CA68F0}"/>
              </a:ext>
            </a:extLst>
          </p:cNvPr>
          <p:cNvSpPr txBox="1"/>
          <p:nvPr/>
        </p:nvSpPr>
        <p:spPr>
          <a:xfrm>
            <a:off x="875070" y="5755535"/>
            <a:ext cx="748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Refresh the Analysis summary tables whenever new rows are added</a:t>
            </a:r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0396437-F30E-E185-5428-AD371EB7A6F7}"/>
              </a:ext>
            </a:extLst>
          </p:cNvPr>
          <p:cNvSpPr/>
          <p:nvPr/>
        </p:nvSpPr>
        <p:spPr>
          <a:xfrm>
            <a:off x="7798298" y="1694237"/>
            <a:ext cx="4004636" cy="3810531"/>
          </a:xfrm>
          <a:prstGeom prst="roundRect">
            <a:avLst>
              <a:gd name="adj" fmla="val 11081"/>
            </a:avLst>
          </a:prstGeom>
          <a:solidFill>
            <a:srgbClr val="3185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AC4865-4344-AC81-19B0-F76996900004}"/>
              </a:ext>
            </a:extLst>
          </p:cNvPr>
          <p:cNvSpPr txBox="1"/>
          <p:nvPr/>
        </p:nvSpPr>
        <p:spPr>
          <a:xfrm>
            <a:off x="8185355" y="1897153"/>
            <a:ext cx="320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Deliverables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618C86-8F5A-79B1-2FC4-BD0C68DF5A23}"/>
              </a:ext>
            </a:extLst>
          </p:cNvPr>
          <p:cNvSpPr txBox="1"/>
          <p:nvPr/>
        </p:nvSpPr>
        <p:spPr>
          <a:xfrm>
            <a:off x="8244972" y="2433247"/>
            <a:ext cx="31414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   </a:t>
            </a:r>
            <a:r>
              <a:rPr lang="en-US" sz="1400" dirty="0">
                <a:solidFill>
                  <a:schemeClr val="bg2"/>
                </a:solidFill>
              </a:rPr>
              <a:t>10,000-row Hospital _ Data sheet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E24E76-09D4-B2C5-E292-8CB382BE811B}"/>
              </a:ext>
            </a:extLst>
          </p:cNvPr>
          <p:cNvSpPr txBox="1"/>
          <p:nvPr/>
        </p:nvSpPr>
        <p:spPr>
          <a:xfrm>
            <a:off x="8489515" y="4589600"/>
            <a:ext cx="2652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This summary deck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A8BD50-20F0-A097-EFF3-9E3DAC8845BB}"/>
              </a:ext>
            </a:extLst>
          </p:cNvPr>
          <p:cNvSpPr txBox="1"/>
          <p:nvPr/>
        </p:nvSpPr>
        <p:spPr>
          <a:xfrm>
            <a:off x="8489515" y="3523329"/>
            <a:ext cx="3401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</a:rPr>
              <a:t>6 KPI </a:t>
            </a:r>
            <a:r>
              <a:rPr lang="en-US" sz="1400" dirty="0">
                <a:solidFill>
                  <a:schemeClr val="bg2"/>
                </a:solidFill>
              </a:rPr>
              <a:t>formulas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A4E3CF17-294E-5D0A-18D9-FF9D0D12F54F}"/>
              </a:ext>
            </a:extLst>
          </p:cNvPr>
          <p:cNvSpPr/>
          <p:nvPr/>
        </p:nvSpPr>
        <p:spPr>
          <a:xfrm>
            <a:off x="8264011" y="2594025"/>
            <a:ext cx="186813" cy="166761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D12AABE7-C936-4380-E57D-AE683FE5EBD7}"/>
              </a:ext>
            </a:extLst>
          </p:cNvPr>
          <p:cNvSpPr/>
          <p:nvPr/>
        </p:nvSpPr>
        <p:spPr>
          <a:xfrm>
            <a:off x="8254804" y="3078822"/>
            <a:ext cx="186813" cy="166761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25326818-CF1A-35D8-62AD-D4EEF898F27D}"/>
              </a:ext>
            </a:extLst>
          </p:cNvPr>
          <p:cNvSpPr/>
          <p:nvPr/>
        </p:nvSpPr>
        <p:spPr>
          <a:xfrm rot="21449718">
            <a:off x="8276602" y="3596533"/>
            <a:ext cx="186813" cy="166761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98DD137D-D74E-CD50-0B58-33874BE83334}"/>
              </a:ext>
            </a:extLst>
          </p:cNvPr>
          <p:cNvSpPr/>
          <p:nvPr/>
        </p:nvSpPr>
        <p:spPr>
          <a:xfrm>
            <a:off x="8254804" y="4117473"/>
            <a:ext cx="186813" cy="166761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A2BECFCA-F0D7-210E-1729-3A7B96816535}"/>
              </a:ext>
            </a:extLst>
          </p:cNvPr>
          <p:cNvSpPr/>
          <p:nvPr/>
        </p:nvSpPr>
        <p:spPr>
          <a:xfrm>
            <a:off x="8273047" y="4672768"/>
            <a:ext cx="186813" cy="166761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852F2D-8B06-1598-9514-76EA66515137}"/>
              </a:ext>
            </a:extLst>
          </p:cNvPr>
          <p:cNvSpPr txBox="1"/>
          <p:nvPr/>
        </p:nvSpPr>
        <p:spPr>
          <a:xfrm>
            <a:off x="8461285" y="3033986"/>
            <a:ext cx="2925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Analysis sheet, 4 calculated columns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9D228B-452D-EEA3-6521-B5FA0B102BB2}"/>
              </a:ext>
            </a:extLst>
          </p:cNvPr>
          <p:cNvSpPr txBox="1"/>
          <p:nvPr/>
        </p:nvSpPr>
        <p:spPr>
          <a:xfrm>
            <a:off x="8444180" y="4041841"/>
            <a:ext cx="28940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15 charts across 3 dashboard pages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EA65B2-4D1C-E60E-0C98-83CF46F813F7}"/>
              </a:ext>
            </a:extLst>
          </p:cNvPr>
          <p:cNvSpPr txBox="1"/>
          <p:nvPr/>
        </p:nvSpPr>
        <p:spPr>
          <a:xfrm>
            <a:off x="-4854" y="6597381"/>
            <a:ext cx="12196854" cy="394762"/>
          </a:xfrm>
          <a:prstGeom prst="rect">
            <a:avLst/>
          </a:prstGeom>
          <a:solidFill>
            <a:srgbClr val="01ABB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6093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A1EC155-5F7A-5F48-5371-67DA27F477A2}"/>
              </a:ext>
            </a:extLst>
          </p:cNvPr>
          <p:cNvGrpSpPr/>
          <p:nvPr/>
        </p:nvGrpSpPr>
        <p:grpSpPr>
          <a:xfrm>
            <a:off x="0" y="-1"/>
            <a:ext cx="12192000" cy="6943411"/>
            <a:chOff x="0" y="0"/>
            <a:chExt cx="12192000" cy="678766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6320FF2-125E-4B2E-1F87-0FA754DFD1D2}"/>
                </a:ext>
              </a:extLst>
            </p:cNvPr>
            <p:cNvSpPr txBox="1"/>
            <p:nvPr/>
          </p:nvSpPr>
          <p:spPr>
            <a:xfrm>
              <a:off x="0" y="0"/>
              <a:ext cx="12192000" cy="6787662"/>
            </a:xfrm>
            <a:prstGeom prst="rect">
              <a:avLst/>
            </a:prstGeom>
            <a:solidFill>
              <a:srgbClr val="DCEAF3"/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1AFD039-E2B5-9B19-0B37-27BFBEB007C9}"/>
                </a:ext>
              </a:extLst>
            </p:cNvPr>
            <p:cNvSpPr/>
            <p:nvPr/>
          </p:nvSpPr>
          <p:spPr>
            <a:xfrm>
              <a:off x="0" y="823268"/>
              <a:ext cx="11810163" cy="4288134"/>
            </a:xfrm>
            <a:prstGeom prst="rect">
              <a:avLst/>
            </a:prstGeom>
            <a:solidFill>
              <a:srgbClr val="DCEA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solidFill>
                  <a:srgbClr val="215968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14D714F-E151-81F2-8FF3-A201F21C1D9B}"/>
              </a:ext>
            </a:extLst>
          </p:cNvPr>
          <p:cNvSpPr/>
          <p:nvPr/>
        </p:nvSpPr>
        <p:spPr>
          <a:xfrm>
            <a:off x="288052" y="2223757"/>
            <a:ext cx="11234057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3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215968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IN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rgbClr val="215968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63000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</TotalTime>
  <Words>1643</Words>
  <Application>Microsoft Office PowerPoint</Application>
  <PresentationFormat>Widescreen</PresentationFormat>
  <Paragraphs>389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Batang</vt:lpstr>
      <vt:lpstr>Aptos Display</vt:lpstr>
      <vt:lpstr>Arial</vt:lpstr>
      <vt:lpstr>Bell MT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Nisarga V T</dc:creator>
  <cp:lastModifiedBy>nikitha v t</cp:lastModifiedBy>
  <cp:revision>22</cp:revision>
  <dcterms:created xsi:type="dcterms:W3CDTF">2026-10-03T07:46:30Z</dcterms:created>
  <dcterms:modified xsi:type="dcterms:W3CDTF">2026-10-10T10:13:50Z</dcterms:modified>
</cp:coreProperties>
</file>